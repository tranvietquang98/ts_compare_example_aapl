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Barlow ExtraLight"/>
      <p:regular r:id="rId19"/>
      <p:bold r:id="rId20"/>
      <p:italic r:id="rId21"/>
      <p:boldItalic r:id="rId22"/>
    </p:embeddedFont>
    <p:embeddedFont>
      <p:font typeface="Hepta Slab Medium"/>
      <p:regular r:id="rId23"/>
      <p:bold r:id="rId24"/>
    </p:embeddedFont>
    <p:embeddedFont>
      <p:font typeface="Hepta Slab Light"/>
      <p:regular r:id="rId25"/>
      <p:bold r:id="rId26"/>
    </p:embeddedFont>
    <p:embeddedFont>
      <p:font typeface="Hepta Slab"/>
      <p:regular r:id="rId27"/>
      <p:bold r:id="rId28"/>
    </p:embeddedFont>
    <p:embeddedFont>
      <p:font typeface="Barlow Medium"/>
      <p:regular r:id="rId29"/>
      <p:bold r:id="rId30"/>
      <p:italic r:id="rId31"/>
      <p:boldItalic r:id="rId32"/>
    </p:embeddedFont>
    <p:embeddedFont>
      <p:font typeface="Barlow Light"/>
      <p:regular r:id="rId33"/>
      <p:bold r:id="rId34"/>
      <p:italic r:id="rId35"/>
      <p:boldItalic r:id="rId36"/>
    </p:embeddedFont>
    <p:embeddedFont>
      <p:font typeface="Barlow"/>
      <p:regular r:id="rId37"/>
      <p:bold r:id="rId38"/>
      <p:italic r:id="rId39"/>
      <p:boldItalic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Barlow-boldItalic.fntdata"/><Relationship Id="rId20" Type="http://schemas.openxmlformats.org/officeDocument/2006/relationships/font" Target="fonts/BarlowExtraLight-bold.fntdata"/><Relationship Id="rId22" Type="http://schemas.openxmlformats.org/officeDocument/2006/relationships/font" Target="fonts/BarlowExtraLight-boldItalic.fntdata"/><Relationship Id="rId21" Type="http://schemas.openxmlformats.org/officeDocument/2006/relationships/font" Target="fonts/BarlowExtraLight-italic.fntdata"/><Relationship Id="rId24" Type="http://schemas.openxmlformats.org/officeDocument/2006/relationships/font" Target="fonts/HeptaSlabMedium-bold.fntdata"/><Relationship Id="rId23" Type="http://schemas.openxmlformats.org/officeDocument/2006/relationships/font" Target="fonts/HeptaSlabMedium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HeptaSlabLight-bold.fntdata"/><Relationship Id="rId25" Type="http://schemas.openxmlformats.org/officeDocument/2006/relationships/font" Target="fonts/HeptaSlabLight-regular.fntdata"/><Relationship Id="rId28" Type="http://schemas.openxmlformats.org/officeDocument/2006/relationships/font" Target="fonts/HeptaSlab-bold.fntdata"/><Relationship Id="rId27" Type="http://schemas.openxmlformats.org/officeDocument/2006/relationships/font" Target="fonts/HeptaSlab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BarlowMedium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BarlowMedium-italic.fntdata"/><Relationship Id="rId30" Type="http://schemas.openxmlformats.org/officeDocument/2006/relationships/font" Target="fonts/BarlowMedium-bold.fntdata"/><Relationship Id="rId11" Type="http://schemas.openxmlformats.org/officeDocument/2006/relationships/slide" Target="slides/slide6.xml"/><Relationship Id="rId33" Type="http://schemas.openxmlformats.org/officeDocument/2006/relationships/font" Target="fonts/BarlowLight-regular.fntdata"/><Relationship Id="rId10" Type="http://schemas.openxmlformats.org/officeDocument/2006/relationships/slide" Target="slides/slide5.xml"/><Relationship Id="rId32" Type="http://schemas.openxmlformats.org/officeDocument/2006/relationships/font" Target="fonts/BarlowMedium-boldItalic.fntdata"/><Relationship Id="rId13" Type="http://schemas.openxmlformats.org/officeDocument/2006/relationships/slide" Target="slides/slide8.xml"/><Relationship Id="rId35" Type="http://schemas.openxmlformats.org/officeDocument/2006/relationships/font" Target="fonts/BarlowLight-italic.fntdata"/><Relationship Id="rId12" Type="http://schemas.openxmlformats.org/officeDocument/2006/relationships/slide" Target="slides/slide7.xml"/><Relationship Id="rId34" Type="http://schemas.openxmlformats.org/officeDocument/2006/relationships/font" Target="fonts/BarlowLight-bold.fntdata"/><Relationship Id="rId15" Type="http://schemas.openxmlformats.org/officeDocument/2006/relationships/slide" Target="slides/slide10.xml"/><Relationship Id="rId37" Type="http://schemas.openxmlformats.org/officeDocument/2006/relationships/font" Target="fonts/Barlow-regular.fntdata"/><Relationship Id="rId14" Type="http://schemas.openxmlformats.org/officeDocument/2006/relationships/slide" Target="slides/slide9.xml"/><Relationship Id="rId36" Type="http://schemas.openxmlformats.org/officeDocument/2006/relationships/font" Target="fonts/BarlowLight-boldItalic.fntdata"/><Relationship Id="rId17" Type="http://schemas.openxmlformats.org/officeDocument/2006/relationships/slide" Target="slides/slide12.xml"/><Relationship Id="rId39" Type="http://schemas.openxmlformats.org/officeDocument/2006/relationships/font" Target="fonts/Barlow-italic.fntdata"/><Relationship Id="rId16" Type="http://schemas.openxmlformats.org/officeDocument/2006/relationships/slide" Target="slides/slide11.xml"/><Relationship Id="rId38" Type="http://schemas.openxmlformats.org/officeDocument/2006/relationships/font" Target="fonts/Barlow-bold.fntdata"/><Relationship Id="rId19" Type="http://schemas.openxmlformats.org/officeDocument/2006/relationships/font" Target="fonts/BarlowExtraLight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a8d6302fc0_0_3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3a8d6302fc0_0_3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a8d6302fc0_0_3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3a8d6302fc0_0_3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a8d6302fc0_1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3a8d6302fc0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a8d6302fc0_0_3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3a8d6302fc0_0_3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a8d6302fc0_0_3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3a8d6302fc0_0_3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a8d6302fc0_0_3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" name="Google Shape;368;g3a8d6302fc0_0_3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a8d6302fc0_0_4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" name="Google Shape;376;g3a8d6302fc0_0_4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3a8d6302fc0_0_4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3a8d6302fc0_0_4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a8d6302fc0_0_4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g3a8d6302fc0_0_4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3a8d6302fc0_0_3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0" name="Google Shape;400;g3a8d6302fc0_0_3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a8d6302fc0_0_4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g3a8d6302fc0_0_4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a8d6302fc0_0_4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" name="Google Shape;414;g3a8d6302fc0_0_4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3a8d6302fc0_1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1" name="Google Shape;421;g3a8d6302fc0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4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■"/>
              <a:defRPr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_1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algn="ctr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 algn="ctr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 algn="ct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 algn="ctr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_2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7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3" name="Google Shape;53;p13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4" name="Google Shape;54;p13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5" name="Google Shape;55;p13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6" name="Google Shape;56;p13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7" name="Google Shape;57;p13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8" name="Google Shape;58;p13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62" name="Google Shape;62;p14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63" name="Google Shape;63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6" name="Google Shape;66;p15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68" name="Google Shape;68;p15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69" name="Google Shape;69;p15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0" name="Google Shape;70;p15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_2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74" name="Google Shape;74;p16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75" name="Google Shape;75;p16"/>
          <p:cNvSpPr txBox="1"/>
          <p:nvPr>
            <p:ph idx="3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7" name="Google Shape;77;p16"/>
          <p:cNvSpPr txBox="1"/>
          <p:nvPr>
            <p:ph idx="4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8" name="Google Shape;78;p16"/>
          <p:cNvSpPr txBox="1"/>
          <p:nvPr>
            <p:ph idx="5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9" name="Google Shape;79;p16"/>
          <p:cNvSpPr txBox="1"/>
          <p:nvPr>
            <p:ph idx="6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_1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83" name="Google Shape;83;p17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84" name="Google Shape;84;p17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85" name="Google Shape;85;p17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86" name="Google Shape;86;p17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7" name="Google Shape;87;p17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8" name="Google Shape;88;p17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9" name="Google Shape;89;p17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0" name="Google Shape;90;p17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ONLY_1_1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4" name="Google Shape;94;p18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7" name="Google Shape;97;p19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8" name="Google Shape;98;p19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9" name="Google Shape;99;p19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1" name="Google Shape;10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19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03" name="Google Shape;103;p19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6" name="Google Shape;106;p20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07" name="Google Shape;107;p20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08" name="Google Shape;108;p20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9" name="Google Shape;109;p20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10" name="Google Shape;110;p20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11" name="Google Shape;111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2" name="Google Shape;112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0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4" name="Google Shape;114;p20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5" name="Google Shape;115;p20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5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118" name="Google Shape;118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6_1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1" name="Google Shape;121;p22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2" name="Google Shape;122;p22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3" name="Google Shape;123;p22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4" name="Google Shape;124;p22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5" name="Google Shape;125;p22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6" name="Google Shape;126;p22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7" name="Google Shape;127;p22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22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9" name="Google Shape;129;p22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30" name="Google Shape;130;p22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BLANK_1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3"/>
          <p:cNvSpPr txBox="1"/>
          <p:nvPr>
            <p:ph type="title"/>
          </p:nvPr>
        </p:nvSpPr>
        <p:spPr>
          <a:xfrm>
            <a:off x="697350" y="2932550"/>
            <a:ext cx="77493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133" name="Google Shape;133;p23"/>
          <p:cNvSpPr txBox="1"/>
          <p:nvPr>
            <p:ph idx="2" type="title"/>
          </p:nvPr>
        </p:nvSpPr>
        <p:spPr>
          <a:xfrm>
            <a:off x="3278250" y="1194450"/>
            <a:ext cx="2587500" cy="19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800"/>
              <a:buNone/>
              <a:defRPr sz="12800">
                <a:solidFill>
                  <a:schemeClr val="accent4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34" name="Google Shape;134;p2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37">
          <p15:clr>
            <a:srgbClr val="E46962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secHead">
  <p:cSld name="SECTION_HEADER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4"/>
          <p:cNvSpPr txBox="1"/>
          <p:nvPr>
            <p:ph type="title"/>
          </p:nvPr>
        </p:nvSpPr>
        <p:spPr>
          <a:xfrm>
            <a:off x="632850" y="1124700"/>
            <a:ext cx="7878300" cy="174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Hepta Slab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24"/>
          <p:cNvSpPr txBox="1"/>
          <p:nvPr>
            <p:ph idx="1" type="body"/>
          </p:nvPr>
        </p:nvSpPr>
        <p:spPr>
          <a:xfrm>
            <a:off x="4064100" y="4335200"/>
            <a:ext cx="1015800" cy="2661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138" name="Google Shape;138;p24"/>
          <p:cNvSpPr txBox="1"/>
          <p:nvPr>
            <p:ph idx="2" type="subTitle"/>
          </p:nvPr>
        </p:nvSpPr>
        <p:spPr>
          <a:xfrm>
            <a:off x="2857500" y="2902000"/>
            <a:ext cx="3765600" cy="9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39" name="Google Shape;139;p2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/ Content" type="tx">
  <p:cSld name="TITLE_AND_BODY">
    <p:bg>
      <p:bgPr>
        <a:solidFill>
          <a:schemeClr val="accent4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5"/>
          <p:cNvSpPr txBox="1"/>
          <p:nvPr>
            <p:ph idx="1" type="subTitle"/>
          </p:nvPr>
        </p:nvSpPr>
        <p:spPr>
          <a:xfrm>
            <a:off x="475075" y="309225"/>
            <a:ext cx="3655200" cy="35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42" name="Google Shape;142;p25"/>
          <p:cNvSpPr txBox="1"/>
          <p:nvPr>
            <p:ph idx="2" type="body"/>
          </p:nvPr>
        </p:nvSpPr>
        <p:spPr>
          <a:xfrm>
            <a:off x="711097" y="980554"/>
            <a:ext cx="9261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31750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31115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3048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29845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29210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28575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27940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27305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143" name="Google Shape;143;p25"/>
          <p:cNvSpPr txBox="1"/>
          <p:nvPr>
            <p:ph idx="3" type="subTitle"/>
          </p:nvPr>
        </p:nvSpPr>
        <p:spPr>
          <a:xfrm>
            <a:off x="1699221" y="980279"/>
            <a:ext cx="23622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44" name="Google Shape;144;p25"/>
          <p:cNvSpPr txBox="1"/>
          <p:nvPr>
            <p:ph idx="4" type="body"/>
          </p:nvPr>
        </p:nvSpPr>
        <p:spPr>
          <a:xfrm>
            <a:off x="2285797" y="1226054"/>
            <a:ext cx="1775700" cy="110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45" name="Google Shape;145;p25"/>
          <p:cNvSpPr txBox="1"/>
          <p:nvPr>
            <p:ph idx="5" type="body"/>
          </p:nvPr>
        </p:nvSpPr>
        <p:spPr>
          <a:xfrm>
            <a:off x="711097" y="2222666"/>
            <a:ext cx="9261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31750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31115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3048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29845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29210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28575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27940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27305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146" name="Google Shape;146;p25"/>
          <p:cNvSpPr txBox="1"/>
          <p:nvPr>
            <p:ph idx="6" type="subTitle"/>
          </p:nvPr>
        </p:nvSpPr>
        <p:spPr>
          <a:xfrm>
            <a:off x="1699221" y="2222391"/>
            <a:ext cx="23622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47" name="Google Shape;147;p25"/>
          <p:cNvSpPr txBox="1"/>
          <p:nvPr>
            <p:ph idx="7" type="body"/>
          </p:nvPr>
        </p:nvSpPr>
        <p:spPr>
          <a:xfrm>
            <a:off x="2285797" y="2468166"/>
            <a:ext cx="1775700" cy="8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48" name="Google Shape;148;p25"/>
          <p:cNvSpPr txBox="1"/>
          <p:nvPr>
            <p:ph idx="8" type="body"/>
          </p:nvPr>
        </p:nvSpPr>
        <p:spPr>
          <a:xfrm>
            <a:off x="711097" y="3219093"/>
            <a:ext cx="9261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31750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31115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3048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29845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29210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28575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27940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27305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149" name="Google Shape;149;p25"/>
          <p:cNvSpPr txBox="1"/>
          <p:nvPr>
            <p:ph idx="9" type="subTitle"/>
          </p:nvPr>
        </p:nvSpPr>
        <p:spPr>
          <a:xfrm>
            <a:off x="1699221" y="3218818"/>
            <a:ext cx="23622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50" name="Google Shape;150;p25"/>
          <p:cNvSpPr txBox="1"/>
          <p:nvPr>
            <p:ph idx="13" type="body"/>
          </p:nvPr>
        </p:nvSpPr>
        <p:spPr>
          <a:xfrm>
            <a:off x="2285797" y="3464593"/>
            <a:ext cx="1775700" cy="8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51" name="Google Shape;151;p25"/>
          <p:cNvSpPr txBox="1"/>
          <p:nvPr>
            <p:ph idx="14" type="body"/>
          </p:nvPr>
        </p:nvSpPr>
        <p:spPr>
          <a:xfrm>
            <a:off x="4746581" y="980554"/>
            <a:ext cx="9261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31750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31115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3048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29845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29210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28575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27940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27305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152" name="Google Shape;152;p25"/>
          <p:cNvSpPr txBox="1"/>
          <p:nvPr>
            <p:ph idx="15" type="subTitle"/>
          </p:nvPr>
        </p:nvSpPr>
        <p:spPr>
          <a:xfrm>
            <a:off x="5734705" y="980279"/>
            <a:ext cx="23622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53" name="Google Shape;153;p25"/>
          <p:cNvSpPr txBox="1"/>
          <p:nvPr>
            <p:ph idx="16" type="body"/>
          </p:nvPr>
        </p:nvSpPr>
        <p:spPr>
          <a:xfrm>
            <a:off x="6321281" y="1226054"/>
            <a:ext cx="1775700" cy="110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54" name="Google Shape;154;p25"/>
          <p:cNvSpPr txBox="1"/>
          <p:nvPr>
            <p:ph idx="17" type="body"/>
          </p:nvPr>
        </p:nvSpPr>
        <p:spPr>
          <a:xfrm>
            <a:off x="4746581" y="2222666"/>
            <a:ext cx="9261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31750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31115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3048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29845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29210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28575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27940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27305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155" name="Google Shape;155;p25"/>
          <p:cNvSpPr txBox="1"/>
          <p:nvPr>
            <p:ph idx="18" type="subTitle"/>
          </p:nvPr>
        </p:nvSpPr>
        <p:spPr>
          <a:xfrm>
            <a:off x="5734705" y="2222391"/>
            <a:ext cx="23622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56" name="Google Shape;156;p25"/>
          <p:cNvSpPr txBox="1"/>
          <p:nvPr>
            <p:ph idx="19" type="body"/>
          </p:nvPr>
        </p:nvSpPr>
        <p:spPr>
          <a:xfrm>
            <a:off x="6321281" y="2468166"/>
            <a:ext cx="1775700" cy="8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57" name="Google Shape;157;p25"/>
          <p:cNvSpPr txBox="1"/>
          <p:nvPr>
            <p:ph idx="20" type="body"/>
          </p:nvPr>
        </p:nvSpPr>
        <p:spPr>
          <a:xfrm>
            <a:off x="4746581" y="3219093"/>
            <a:ext cx="9261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31750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31115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3048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29845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29210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28575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27940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27305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158" name="Google Shape;158;p25"/>
          <p:cNvSpPr txBox="1"/>
          <p:nvPr>
            <p:ph idx="21" type="subTitle"/>
          </p:nvPr>
        </p:nvSpPr>
        <p:spPr>
          <a:xfrm>
            <a:off x="5734705" y="3218818"/>
            <a:ext cx="23622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59" name="Google Shape;159;p25"/>
          <p:cNvSpPr txBox="1"/>
          <p:nvPr>
            <p:ph idx="22" type="body"/>
          </p:nvPr>
        </p:nvSpPr>
        <p:spPr>
          <a:xfrm>
            <a:off x="6321281" y="3464593"/>
            <a:ext cx="1775700" cy="8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60" name="Google Shape;160;p25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</a:defRPr>
            </a:lvl1pPr>
            <a:lvl2pPr lvl="1" rtl="0">
              <a:buNone/>
              <a:defRPr sz="1100">
                <a:solidFill>
                  <a:schemeClr val="accent3"/>
                </a:solidFill>
              </a:defRPr>
            </a:lvl2pPr>
            <a:lvl3pPr lvl="2" rtl="0">
              <a:buNone/>
              <a:defRPr sz="1100">
                <a:solidFill>
                  <a:schemeClr val="accent3"/>
                </a:solidFill>
              </a:defRPr>
            </a:lvl3pPr>
            <a:lvl4pPr lvl="3" rtl="0">
              <a:buNone/>
              <a:defRPr sz="1100">
                <a:solidFill>
                  <a:schemeClr val="accent3"/>
                </a:solidFill>
              </a:defRPr>
            </a:lvl4pPr>
            <a:lvl5pPr lvl="4" rtl="0">
              <a:buNone/>
              <a:defRPr sz="1100">
                <a:solidFill>
                  <a:schemeClr val="accent3"/>
                </a:solidFill>
              </a:defRPr>
            </a:lvl5pPr>
            <a:lvl6pPr lvl="5" rtl="0">
              <a:buNone/>
              <a:defRPr sz="1100">
                <a:solidFill>
                  <a:schemeClr val="accent3"/>
                </a:solidFill>
              </a:defRPr>
            </a:lvl6pPr>
            <a:lvl7pPr lvl="6" rtl="0">
              <a:buNone/>
              <a:defRPr sz="1100">
                <a:solidFill>
                  <a:schemeClr val="accent3"/>
                </a:solidFill>
              </a:defRPr>
            </a:lvl7pPr>
            <a:lvl8pPr lvl="7" rtl="0">
              <a:buNone/>
              <a:defRPr sz="1100">
                <a:solidFill>
                  <a:schemeClr val="accent3"/>
                </a:solidFill>
              </a:defRPr>
            </a:lvl8pPr>
            <a:lvl9pPr lvl="8" rtl="0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60">
          <p15:clr>
            <a:srgbClr val="E46962"/>
          </p15:clr>
        </p15:guide>
        <p15:guide id="2" orient="horz" pos="360">
          <p15:clr>
            <a:srgbClr val="E46962"/>
          </p15:clr>
        </p15:guide>
        <p15:guide id="3" orient="horz" pos="1048">
          <p15:clr>
            <a:srgbClr val="E46962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+ Image" type="twoColTx">
  <p:cSld name="TITLE_AND_TWO_COLUMNS">
    <p:bg>
      <p:bgPr>
        <a:solidFill>
          <a:schemeClr val="dk1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6"/>
          <p:cNvSpPr/>
          <p:nvPr/>
        </p:nvSpPr>
        <p:spPr>
          <a:xfrm>
            <a:off x="0" y="0"/>
            <a:ext cx="9144000" cy="1631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26"/>
          <p:cNvSpPr txBox="1"/>
          <p:nvPr/>
        </p:nvSpPr>
        <p:spPr>
          <a:xfrm>
            <a:off x="6262625" y="1205946"/>
            <a:ext cx="2155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rPr>
              <a:t>Lorem ipsum dolor sit amet, consectetur adipiscing elit.</a:t>
            </a:r>
            <a:endParaRPr i="1" sz="700">
              <a:solidFill>
                <a:schemeClr val="lt1"/>
              </a:solidFill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sp>
        <p:nvSpPr>
          <p:cNvPr id="164" name="Google Shape;164;p26"/>
          <p:cNvSpPr/>
          <p:nvPr>
            <p:ph idx="2" type="pic"/>
          </p:nvPr>
        </p:nvSpPr>
        <p:spPr>
          <a:xfrm>
            <a:off x="3915225" y="1631250"/>
            <a:ext cx="4441200" cy="3009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65" name="Google Shape;165;p26"/>
          <p:cNvSpPr txBox="1"/>
          <p:nvPr>
            <p:ph idx="1" type="body"/>
          </p:nvPr>
        </p:nvSpPr>
        <p:spPr>
          <a:xfrm>
            <a:off x="791150" y="1835400"/>
            <a:ext cx="2094000" cy="84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66" name="Google Shape;166;p26"/>
          <p:cNvSpPr txBox="1"/>
          <p:nvPr>
            <p:ph idx="3" type="subTitle"/>
          </p:nvPr>
        </p:nvSpPr>
        <p:spPr>
          <a:xfrm>
            <a:off x="791150" y="522625"/>
            <a:ext cx="3918300" cy="10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Font typeface="Hepta Slab Medium"/>
              <a:buNone/>
              <a:defRPr sz="3600"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167" name="Google Shape;167;p26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</a:defRPr>
            </a:lvl1pPr>
            <a:lvl2pPr lvl="1" rtl="0">
              <a:buNone/>
              <a:defRPr sz="1100">
                <a:solidFill>
                  <a:schemeClr val="accent3"/>
                </a:solidFill>
              </a:defRPr>
            </a:lvl2pPr>
            <a:lvl3pPr lvl="2" rtl="0">
              <a:buNone/>
              <a:defRPr sz="1100">
                <a:solidFill>
                  <a:schemeClr val="accent3"/>
                </a:solidFill>
              </a:defRPr>
            </a:lvl3pPr>
            <a:lvl4pPr lvl="3" rtl="0">
              <a:buNone/>
              <a:defRPr sz="1100">
                <a:solidFill>
                  <a:schemeClr val="accent3"/>
                </a:solidFill>
              </a:defRPr>
            </a:lvl4pPr>
            <a:lvl5pPr lvl="4" rtl="0">
              <a:buNone/>
              <a:defRPr sz="1100">
                <a:solidFill>
                  <a:schemeClr val="accent3"/>
                </a:solidFill>
              </a:defRPr>
            </a:lvl5pPr>
            <a:lvl6pPr lvl="5" rtl="0">
              <a:buNone/>
              <a:defRPr sz="1100">
                <a:solidFill>
                  <a:schemeClr val="accent3"/>
                </a:solidFill>
              </a:defRPr>
            </a:lvl6pPr>
            <a:lvl7pPr lvl="6" rtl="0">
              <a:buNone/>
              <a:defRPr sz="1100">
                <a:solidFill>
                  <a:schemeClr val="accent3"/>
                </a:solidFill>
              </a:defRPr>
            </a:lvl7pPr>
            <a:lvl8pPr lvl="7" rtl="0">
              <a:buNone/>
              <a:defRPr sz="1100">
                <a:solidFill>
                  <a:schemeClr val="accent3"/>
                </a:solidFill>
              </a:defRPr>
            </a:lvl8pPr>
            <a:lvl9pPr lvl="8" rtl="0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 text">
  <p:cSld name="TITLE_AND_TWO_COLUMNS_1">
    <p:bg>
      <p:bgPr>
        <a:solidFill>
          <a:schemeClr val="dk1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7"/>
          <p:cNvSpPr/>
          <p:nvPr/>
        </p:nvSpPr>
        <p:spPr>
          <a:xfrm>
            <a:off x="0" y="0"/>
            <a:ext cx="9144000" cy="1631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27"/>
          <p:cNvSpPr txBox="1"/>
          <p:nvPr>
            <p:ph idx="1" type="subTitle"/>
          </p:nvPr>
        </p:nvSpPr>
        <p:spPr>
          <a:xfrm>
            <a:off x="791150" y="522625"/>
            <a:ext cx="5173200" cy="97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Font typeface="Hepta Slab Medium"/>
              <a:buNone/>
              <a:defRPr sz="3600"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171" name="Google Shape;171;p27"/>
          <p:cNvSpPr txBox="1"/>
          <p:nvPr>
            <p:ph idx="2" type="body"/>
          </p:nvPr>
        </p:nvSpPr>
        <p:spPr>
          <a:xfrm>
            <a:off x="685450" y="2180950"/>
            <a:ext cx="3579600" cy="238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2" name="Google Shape;172;p27"/>
          <p:cNvSpPr txBox="1"/>
          <p:nvPr>
            <p:ph idx="3" type="body"/>
          </p:nvPr>
        </p:nvSpPr>
        <p:spPr>
          <a:xfrm>
            <a:off x="4601077" y="2180950"/>
            <a:ext cx="3579600" cy="238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3" name="Google Shape;173;p27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</a:defRPr>
            </a:lvl1pPr>
            <a:lvl2pPr lvl="1" rtl="0">
              <a:buNone/>
              <a:defRPr sz="1100">
                <a:solidFill>
                  <a:schemeClr val="accent3"/>
                </a:solidFill>
              </a:defRPr>
            </a:lvl2pPr>
            <a:lvl3pPr lvl="2" rtl="0">
              <a:buNone/>
              <a:defRPr sz="1100">
                <a:solidFill>
                  <a:schemeClr val="accent3"/>
                </a:solidFill>
              </a:defRPr>
            </a:lvl3pPr>
            <a:lvl4pPr lvl="3" rtl="0">
              <a:buNone/>
              <a:defRPr sz="1100">
                <a:solidFill>
                  <a:schemeClr val="accent3"/>
                </a:solidFill>
              </a:defRPr>
            </a:lvl4pPr>
            <a:lvl5pPr lvl="4" rtl="0">
              <a:buNone/>
              <a:defRPr sz="1100">
                <a:solidFill>
                  <a:schemeClr val="accent3"/>
                </a:solidFill>
              </a:defRPr>
            </a:lvl5pPr>
            <a:lvl6pPr lvl="5" rtl="0">
              <a:buNone/>
              <a:defRPr sz="1100">
                <a:solidFill>
                  <a:schemeClr val="accent3"/>
                </a:solidFill>
              </a:defRPr>
            </a:lvl6pPr>
            <a:lvl7pPr lvl="6" rtl="0">
              <a:buNone/>
              <a:defRPr sz="1100">
                <a:solidFill>
                  <a:schemeClr val="accent3"/>
                </a:solidFill>
              </a:defRPr>
            </a:lvl7pPr>
            <a:lvl8pPr lvl="7" rtl="0">
              <a:buNone/>
              <a:defRPr sz="1100">
                <a:solidFill>
                  <a:schemeClr val="accent3"/>
                </a:solidFill>
              </a:defRPr>
            </a:lvl8pPr>
            <a:lvl9pPr lvl="8" rtl="0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/ Company Overview" type="titleOnly">
  <p:cSld name="TITLE_ONLY">
    <p:bg>
      <p:bgPr>
        <a:solidFill>
          <a:schemeClr val="accent4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8"/>
          <p:cNvSpPr/>
          <p:nvPr>
            <p:ph idx="2" type="pic"/>
          </p:nvPr>
        </p:nvSpPr>
        <p:spPr>
          <a:xfrm>
            <a:off x="791150" y="522900"/>
            <a:ext cx="1294800" cy="1918500"/>
          </a:xfrm>
          <a:prstGeom prst="rect">
            <a:avLst/>
          </a:prstGeom>
          <a:noFill/>
          <a:ln>
            <a:noFill/>
          </a:ln>
        </p:spPr>
      </p:sp>
      <p:sp>
        <p:nvSpPr>
          <p:cNvPr id="176" name="Google Shape;176;p28"/>
          <p:cNvSpPr/>
          <p:nvPr>
            <p:ph idx="3" type="pic"/>
          </p:nvPr>
        </p:nvSpPr>
        <p:spPr>
          <a:xfrm>
            <a:off x="2355375" y="522900"/>
            <a:ext cx="1294800" cy="1918500"/>
          </a:xfrm>
          <a:prstGeom prst="rect">
            <a:avLst/>
          </a:prstGeom>
          <a:noFill/>
          <a:ln>
            <a:noFill/>
          </a:ln>
        </p:spPr>
      </p:sp>
      <p:sp>
        <p:nvSpPr>
          <p:cNvPr id="177" name="Google Shape;177;p28"/>
          <p:cNvSpPr/>
          <p:nvPr>
            <p:ph idx="4" type="pic"/>
          </p:nvPr>
        </p:nvSpPr>
        <p:spPr>
          <a:xfrm>
            <a:off x="3921313" y="522900"/>
            <a:ext cx="1294800" cy="1918500"/>
          </a:xfrm>
          <a:prstGeom prst="rect">
            <a:avLst/>
          </a:prstGeom>
          <a:noFill/>
          <a:ln>
            <a:noFill/>
          </a:ln>
        </p:spPr>
      </p:sp>
      <p:sp>
        <p:nvSpPr>
          <p:cNvPr id="178" name="Google Shape;178;p28"/>
          <p:cNvSpPr/>
          <p:nvPr>
            <p:ph idx="5" type="pic"/>
          </p:nvPr>
        </p:nvSpPr>
        <p:spPr>
          <a:xfrm>
            <a:off x="5491588" y="522900"/>
            <a:ext cx="1294800" cy="1918500"/>
          </a:xfrm>
          <a:prstGeom prst="rect">
            <a:avLst/>
          </a:prstGeom>
          <a:noFill/>
          <a:ln>
            <a:noFill/>
          </a:ln>
        </p:spPr>
      </p:sp>
      <p:sp>
        <p:nvSpPr>
          <p:cNvPr id="179" name="Google Shape;179;p28"/>
          <p:cNvSpPr txBox="1"/>
          <p:nvPr>
            <p:ph idx="1" type="body"/>
          </p:nvPr>
        </p:nvSpPr>
        <p:spPr>
          <a:xfrm>
            <a:off x="680850" y="3443850"/>
            <a:ext cx="3074700" cy="103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40640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○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40640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■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40640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40640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○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40640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■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40640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40640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○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40640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■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180" name="Google Shape;180;p28"/>
          <p:cNvSpPr txBox="1"/>
          <p:nvPr>
            <p:ph idx="6" type="body"/>
          </p:nvPr>
        </p:nvSpPr>
        <p:spPr>
          <a:xfrm>
            <a:off x="4123900" y="3443850"/>
            <a:ext cx="4030200" cy="116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81" name="Google Shape;181;p28"/>
          <p:cNvSpPr txBox="1"/>
          <p:nvPr>
            <p:ph idx="7" type="body"/>
          </p:nvPr>
        </p:nvSpPr>
        <p:spPr>
          <a:xfrm>
            <a:off x="705088" y="2737270"/>
            <a:ext cx="1294800" cy="25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182" name="Google Shape;182;p28"/>
          <p:cNvSpPr txBox="1"/>
          <p:nvPr>
            <p:ph idx="8" type="body"/>
          </p:nvPr>
        </p:nvSpPr>
        <p:spPr>
          <a:xfrm>
            <a:off x="2258888" y="2737270"/>
            <a:ext cx="1294800" cy="25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183" name="Google Shape;183;p28"/>
          <p:cNvSpPr txBox="1"/>
          <p:nvPr>
            <p:ph idx="9" type="body"/>
          </p:nvPr>
        </p:nvSpPr>
        <p:spPr>
          <a:xfrm>
            <a:off x="3827513" y="2737270"/>
            <a:ext cx="1294800" cy="25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184" name="Google Shape;184;p28"/>
          <p:cNvSpPr txBox="1"/>
          <p:nvPr>
            <p:ph idx="13" type="body"/>
          </p:nvPr>
        </p:nvSpPr>
        <p:spPr>
          <a:xfrm>
            <a:off x="5395113" y="2737270"/>
            <a:ext cx="1294800" cy="25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185" name="Google Shape;185;p28"/>
          <p:cNvSpPr txBox="1"/>
          <p:nvPr>
            <p:ph idx="14" type="body"/>
          </p:nvPr>
        </p:nvSpPr>
        <p:spPr>
          <a:xfrm>
            <a:off x="705091" y="2464123"/>
            <a:ext cx="1294800" cy="2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186" name="Google Shape;186;p28"/>
          <p:cNvSpPr txBox="1"/>
          <p:nvPr>
            <p:ph idx="15" type="body"/>
          </p:nvPr>
        </p:nvSpPr>
        <p:spPr>
          <a:xfrm>
            <a:off x="2258891" y="2464123"/>
            <a:ext cx="1294800" cy="2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187" name="Google Shape;187;p28"/>
          <p:cNvSpPr txBox="1"/>
          <p:nvPr>
            <p:ph idx="16" type="body"/>
          </p:nvPr>
        </p:nvSpPr>
        <p:spPr>
          <a:xfrm>
            <a:off x="3827003" y="2464123"/>
            <a:ext cx="1294800" cy="2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188" name="Google Shape;188;p28"/>
          <p:cNvSpPr txBox="1"/>
          <p:nvPr>
            <p:ph idx="17" type="body"/>
          </p:nvPr>
        </p:nvSpPr>
        <p:spPr>
          <a:xfrm>
            <a:off x="5396128" y="2464123"/>
            <a:ext cx="1294800" cy="2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189" name="Google Shape;189;p28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</a:defRPr>
            </a:lvl1pPr>
            <a:lvl2pPr lvl="1" rtl="0">
              <a:buNone/>
              <a:defRPr sz="1100">
                <a:solidFill>
                  <a:schemeClr val="accent3"/>
                </a:solidFill>
              </a:defRPr>
            </a:lvl2pPr>
            <a:lvl3pPr lvl="2" rtl="0">
              <a:buNone/>
              <a:defRPr sz="1100">
                <a:solidFill>
                  <a:schemeClr val="accent3"/>
                </a:solidFill>
              </a:defRPr>
            </a:lvl3pPr>
            <a:lvl4pPr lvl="3" rtl="0">
              <a:buNone/>
              <a:defRPr sz="1100">
                <a:solidFill>
                  <a:schemeClr val="accent3"/>
                </a:solidFill>
              </a:defRPr>
            </a:lvl4pPr>
            <a:lvl5pPr lvl="4" rtl="0">
              <a:buNone/>
              <a:defRPr sz="1100">
                <a:solidFill>
                  <a:schemeClr val="accent3"/>
                </a:solidFill>
              </a:defRPr>
            </a:lvl5pPr>
            <a:lvl6pPr lvl="5" rtl="0">
              <a:buNone/>
              <a:defRPr sz="1100">
                <a:solidFill>
                  <a:schemeClr val="accent3"/>
                </a:solidFill>
              </a:defRPr>
            </a:lvl6pPr>
            <a:lvl7pPr lvl="6" rtl="0">
              <a:buNone/>
              <a:defRPr sz="1100">
                <a:solidFill>
                  <a:schemeClr val="accent3"/>
                </a:solidFill>
              </a:defRPr>
            </a:lvl7pPr>
            <a:lvl8pPr lvl="7" rtl="0">
              <a:buNone/>
              <a:defRPr sz="1100">
                <a:solidFill>
                  <a:schemeClr val="accent3"/>
                </a:solidFill>
              </a:defRPr>
            </a:lvl8pPr>
            <a:lvl9pPr lvl="8" rtl="0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etitive Landscape">
  <p:cSld name="ONE_COLUMN_TEXT">
    <p:bg>
      <p:bgPr>
        <a:solidFill>
          <a:schemeClr val="dk1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9"/>
          <p:cNvSpPr txBox="1"/>
          <p:nvPr>
            <p:ph idx="1" type="body"/>
          </p:nvPr>
        </p:nvSpPr>
        <p:spPr>
          <a:xfrm>
            <a:off x="791150" y="738025"/>
            <a:ext cx="39183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○"/>
              <a:defRPr sz="1100"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○"/>
              <a:defRPr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○"/>
              <a:defRPr sz="1100"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92" name="Google Shape;192;p29"/>
          <p:cNvSpPr txBox="1"/>
          <p:nvPr>
            <p:ph idx="2" type="subTitle"/>
          </p:nvPr>
        </p:nvSpPr>
        <p:spPr>
          <a:xfrm>
            <a:off x="791150" y="522625"/>
            <a:ext cx="39183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193" name="Google Shape;193;p29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</a:defRPr>
            </a:lvl1pPr>
            <a:lvl2pPr lvl="1" rtl="0">
              <a:buNone/>
              <a:defRPr sz="1100">
                <a:solidFill>
                  <a:schemeClr val="accent3"/>
                </a:solidFill>
              </a:defRPr>
            </a:lvl2pPr>
            <a:lvl3pPr lvl="2" rtl="0">
              <a:buNone/>
              <a:defRPr sz="1100">
                <a:solidFill>
                  <a:schemeClr val="accent3"/>
                </a:solidFill>
              </a:defRPr>
            </a:lvl3pPr>
            <a:lvl4pPr lvl="3" rtl="0">
              <a:buNone/>
              <a:defRPr sz="1100">
                <a:solidFill>
                  <a:schemeClr val="accent3"/>
                </a:solidFill>
              </a:defRPr>
            </a:lvl4pPr>
            <a:lvl5pPr lvl="4" rtl="0">
              <a:buNone/>
              <a:defRPr sz="1100">
                <a:solidFill>
                  <a:schemeClr val="accent3"/>
                </a:solidFill>
              </a:defRPr>
            </a:lvl5pPr>
            <a:lvl6pPr lvl="5" rtl="0">
              <a:buNone/>
              <a:defRPr sz="1100">
                <a:solidFill>
                  <a:schemeClr val="accent3"/>
                </a:solidFill>
              </a:defRPr>
            </a:lvl6pPr>
            <a:lvl7pPr lvl="6" rtl="0">
              <a:buNone/>
              <a:defRPr sz="1100">
                <a:solidFill>
                  <a:schemeClr val="accent3"/>
                </a:solidFill>
              </a:defRPr>
            </a:lvl7pPr>
            <a:lvl8pPr lvl="7" rtl="0">
              <a:buNone/>
              <a:defRPr sz="1100">
                <a:solidFill>
                  <a:schemeClr val="accent3"/>
                </a:solidFill>
              </a:defRPr>
            </a:lvl8pPr>
            <a:lvl9pPr lvl="8" rtl="0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rket Trends + Data">
  <p:cSld name="MAIN_POINT">
    <p:bg>
      <p:bgPr>
        <a:solidFill>
          <a:schemeClr val="dk1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0"/>
          <p:cNvSpPr txBox="1"/>
          <p:nvPr>
            <p:ph idx="1" type="subTitle"/>
          </p:nvPr>
        </p:nvSpPr>
        <p:spPr>
          <a:xfrm>
            <a:off x="690250" y="415625"/>
            <a:ext cx="1261800" cy="27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96" name="Google Shape;196;p30"/>
          <p:cNvSpPr txBox="1"/>
          <p:nvPr>
            <p:ph idx="2" type="subTitle"/>
          </p:nvPr>
        </p:nvSpPr>
        <p:spPr>
          <a:xfrm>
            <a:off x="480420" y="290626"/>
            <a:ext cx="35922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9pPr>
          </a:lstStyle>
          <a:p/>
        </p:txBody>
      </p:sp>
      <p:sp>
        <p:nvSpPr>
          <p:cNvPr id="197" name="Google Shape;197;p30"/>
          <p:cNvSpPr txBox="1"/>
          <p:nvPr>
            <p:ph idx="3" type="body"/>
          </p:nvPr>
        </p:nvSpPr>
        <p:spPr>
          <a:xfrm>
            <a:off x="480425" y="534275"/>
            <a:ext cx="4878300" cy="191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98" name="Google Shape;198;p30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lvl="2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lvl="3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lvl="4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lvl="5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lvl="6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lvl="7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lvl="8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60">
          <p15:clr>
            <a:srgbClr val="E46962"/>
          </p15:clr>
        </p15:guide>
        <p15:guide id="2" orient="horz" pos="347">
          <p15:clr>
            <a:srgbClr val="E46962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WOT Analysis">
  <p:cSld name="CUSTOM_14">
    <p:bg>
      <p:bgPr>
        <a:solidFill>
          <a:schemeClr val="dk1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1"/>
          <p:cNvSpPr txBox="1"/>
          <p:nvPr>
            <p:ph type="title"/>
          </p:nvPr>
        </p:nvSpPr>
        <p:spPr>
          <a:xfrm>
            <a:off x="723861" y="1584738"/>
            <a:ext cx="2670600" cy="3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01" name="Google Shape;201;p31"/>
          <p:cNvSpPr txBox="1"/>
          <p:nvPr>
            <p:ph idx="2" type="title"/>
          </p:nvPr>
        </p:nvSpPr>
        <p:spPr>
          <a:xfrm>
            <a:off x="723861" y="2390981"/>
            <a:ext cx="2670600" cy="3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02" name="Google Shape;202;p31"/>
          <p:cNvSpPr txBox="1"/>
          <p:nvPr>
            <p:ph idx="3" type="title"/>
          </p:nvPr>
        </p:nvSpPr>
        <p:spPr>
          <a:xfrm>
            <a:off x="723861" y="3157931"/>
            <a:ext cx="2670600" cy="3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03" name="Google Shape;203;p31"/>
          <p:cNvSpPr txBox="1"/>
          <p:nvPr>
            <p:ph idx="4" type="title"/>
          </p:nvPr>
        </p:nvSpPr>
        <p:spPr>
          <a:xfrm>
            <a:off x="723861" y="3954905"/>
            <a:ext cx="2670600" cy="3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04" name="Google Shape;204;p31"/>
          <p:cNvSpPr txBox="1"/>
          <p:nvPr>
            <p:ph idx="1" type="subTitle"/>
          </p:nvPr>
        </p:nvSpPr>
        <p:spPr>
          <a:xfrm>
            <a:off x="480420" y="290626"/>
            <a:ext cx="35922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05" name="Google Shape;205;p31"/>
          <p:cNvSpPr txBox="1"/>
          <p:nvPr>
            <p:ph idx="5" type="body"/>
          </p:nvPr>
        </p:nvSpPr>
        <p:spPr>
          <a:xfrm>
            <a:off x="480425" y="610475"/>
            <a:ext cx="4878300" cy="3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Barlow"/>
              <a:buChar char="■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Barlow"/>
              <a:buChar char="●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Barlow"/>
              <a:buChar char="■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"/>
              <a:buChar char="●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"/>
              <a:buChar char="■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06" name="Google Shape;206;p31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</a:defRPr>
            </a:lvl1pPr>
            <a:lvl2pPr lvl="1" rtl="0">
              <a:buNone/>
              <a:defRPr sz="1100">
                <a:solidFill>
                  <a:schemeClr val="accent3"/>
                </a:solidFill>
              </a:defRPr>
            </a:lvl2pPr>
            <a:lvl3pPr lvl="2" rtl="0">
              <a:buNone/>
              <a:defRPr sz="1100">
                <a:solidFill>
                  <a:schemeClr val="accent3"/>
                </a:solidFill>
              </a:defRPr>
            </a:lvl3pPr>
            <a:lvl4pPr lvl="3" rtl="0">
              <a:buNone/>
              <a:defRPr sz="1100">
                <a:solidFill>
                  <a:schemeClr val="accent3"/>
                </a:solidFill>
              </a:defRPr>
            </a:lvl4pPr>
            <a:lvl5pPr lvl="4" rtl="0">
              <a:buNone/>
              <a:defRPr sz="1100">
                <a:solidFill>
                  <a:schemeClr val="accent3"/>
                </a:solidFill>
              </a:defRPr>
            </a:lvl5pPr>
            <a:lvl6pPr lvl="5" rtl="0">
              <a:buNone/>
              <a:defRPr sz="1100">
                <a:solidFill>
                  <a:schemeClr val="accent3"/>
                </a:solidFill>
              </a:defRPr>
            </a:lvl6pPr>
            <a:lvl7pPr lvl="6" rtl="0">
              <a:buNone/>
              <a:defRPr sz="1100">
                <a:solidFill>
                  <a:schemeClr val="accent3"/>
                </a:solidFill>
              </a:defRPr>
            </a:lvl7pPr>
            <a:lvl8pPr lvl="7" rtl="0">
              <a:buNone/>
              <a:defRPr sz="1100">
                <a:solidFill>
                  <a:schemeClr val="accent3"/>
                </a:solidFill>
              </a:defRPr>
            </a:lvl8pPr>
            <a:lvl9pPr lvl="8" rtl="0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ing / Thank You">
  <p:cSld name="CUSTOM_13">
    <p:bg>
      <p:bgPr>
        <a:solidFill>
          <a:schemeClr val="lt1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2"/>
          <p:cNvSpPr txBox="1"/>
          <p:nvPr>
            <p:ph type="title"/>
          </p:nvPr>
        </p:nvSpPr>
        <p:spPr>
          <a:xfrm>
            <a:off x="455221" y="1321125"/>
            <a:ext cx="5094600" cy="17499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09" name="Google Shape;209;p32"/>
          <p:cNvSpPr txBox="1"/>
          <p:nvPr>
            <p:ph idx="1" type="body"/>
          </p:nvPr>
        </p:nvSpPr>
        <p:spPr>
          <a:xfrm>
            <a:off x="567029" y="4500404"/>
            <a:ext cx="1015800" cy="2661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10" name="Google Shape;210;p3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TITLE_AND_DESCRIPTION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3"/>
          <p:cNvSpPr txBox="1"/>
          <p:nvPr>
            <p:ph type="title"/>
          </p:nvPr>
        </p:nvSpPr>
        <p:spPr>
          <a:xfrm>
            <a:off x="697350" y="2932550"/>
            <a:ext cx="77493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Hepta Slab Medium"/>
              <a:buNone/>
              <a:defRPr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13" name="Google Shape;213;p33"/>
          <p:cNvSpPr txBox="1"/>
          <p:nvPr>
            <p:ph idx="2" type="title"/>
          </p:nvPr>
        </p:nvSpPr>
        <p:spPr>
          <a:xfrm>
            <a:off x="3278250" y="1194450"/>
            <a:ext cx="2587500" cy="19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14" name="Google Shape;214;p3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rket Size / Pie Graph">
  <p:cSld name="CAPTION_ONLY">
    <p:bg>
      <p:bgPr>
        <a:solidFill>
          <a:schemeClr val="dk1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4"/>
          <p:cNvSpPr/>
          <p:nvPr/>
        </p:nvSpPr>
        <p:spPr>
          <a:xfrm>
            <a:off x="0" y="0"/>
            <a:ext cx="9144000" cy="16311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34"/>
          <p:cNvSpPr txBox="1"/>
          <p:nvPr>
            <p:ph idx="1" type="subTitle"/>
          </p:nvPr>
        </p:nvSpPr>
        <p:spPr>
          <a:xfrm>
            <a:off x="791150" y="522625"/>
            <a:ext cx="4977300" cy="110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Hepta Slab Medium"/>
              <a:buNone/>
              <a:defRPr sz="3600"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18" name="Google Shape;218;p34"/>
          <p:cNvSpPr txBox="1"/>
          <p:nvPr>
            <p:ph idx="2" type="body"/>
          </p:nvPr>
        </p:nvSpPr>
        <p:spPr>
          <a:xfrm>
            <a:off x="714950" y="1989025"/>
            <a:ext cx="2792400" cy="280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>
                <a:solidFill>
                  <a:schemeClr val="lt1"/>
                </a:solidFill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 sz="1500">
                <a:solidFill>
                  <a:schemeClr val="lt1"/>
                </a:solidFill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 sz="1500">
                <a:solidFill>
                  <a:schemeClr val="lt1"/>
                </a:solidFill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 sz="1500">
                <a:solidFill>
                  <a:schemeClr val="lt1"/>
                </a:solidFill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 sz="1500">
                <a:solidFill>
                  <a:schemeClr val="lt1"/>
                </a:solidFill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 sz="1500">
                <a:solidFill>
                  <a:schemeClr val="lt1"/>
                </a:solidFill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 sz="1500">
                <a:solidFill>
                  <a:schemeClr val="lt1"/>
                </a:solidFill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 sz="1500">
                <a:solidFill>
                  <a:schemeClr val="lt1"/>
                </a:solidFill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 sz="15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9" name="Google Shape;219;p34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dk2"/>
                </a:solidFill>
              </a:defRPr>
            </a:lvl1pPr>
            <a:lvl2pPr lvl="1" rtl="0">
              <a:buNone/>
              <a:defRPr sz="1100">
                <a:solidFill>
                  <a:schemeClr val="dk2"/>
                </a:solidFill>
              </a:defRPr>
            </a:lvl2pPr>
            <a:lvl3pPr lvl="2" rtl="0">
              <a:buNone/>
              <a:defRPr sz="1100">
                <a:solidFill>
                  <a:schemeClr val="dk2"/>
                </a:solidFill>
              </a:defRPr>
            </a:lvl3pPr>
            <a:lvl4pPr lvl="3" rtl="0">
              <a:buNone/>
              <a:defRPr sz="1100">
                <a:solidFill>
                  <a:schemeClr val="dk2"/>
                </a:solidFill>
              </a:defRPr>
            </a:lvl4pPr>
            <a:lvl5pPr lvl="4" rtl="0">
              <a:buNone/>
              <a:defRPr sz="1100">
                <a:solidFill>
                  <a:schemeClr val="dk2"/>
                </a:solidFill>
              </a:defRPr>
            </a:lvl5pPr>
            <a:lvl6pPr lvl="5" rtl="0">
              <a:buNone/>
              <a:defRPr sz="1100">
                <a:solidFill>
                  <a:schemeClr val="dk2"/>
                </a:solidFill>
              </a:defRPr>
            </a:lvl6pPr>
            <a:lvl7pPr lvl="6" rtl="0">
              <a:buNone/>
              <a:defRPr sz="1100">
                <a:solidFill>
                  <a:schemeClr val="dk2"/>
                </a:solidFill>
              </a:defRPr>
            </a:lvl7pPr>
            <a:lvl8pPr lvl="7" rtl="0">
              <a:buNone/>
              <a:defRPr sz="1100">
                <a:solidFill>
                  <a:schemeClr val="dk2"/>
                </a:solidFill>
              </a:defRPr>
            </a:lvl8pPr>
            <a:lvl9pPr lvl="8" rtl="0">
              <a:buNone/>
              <a:defRPr sz="11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0" name="Google Shape;220;p34"/>
          <p:cNvSpPr/>
          <p:nvPr/>
        </p:nvSpPr>
        <p:spPr>
          <a:xfrm>
            <a:off x="4416275" y="1976923"/>
            <a:ext cx="4045200" cy="2871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34"/>
          <p:cNvSpPr/>
          <p:nvPr/>
        </p:nvSpPr>
        <p:spPr>
          <a:xfrm rot="444408">
            <a:off x="5636457" y="2500588"/>
            <a:ext cx="1505663" cy="1505327"/>
          </a:xfrm>
          <a:prstGeom prst="pie">
            <a:avLst>
              <a:gd fmla="val 8241844" name="adj1"/>
              <a:gd fmla="val 12554936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fferentiators / 4 column text">
  <p:cSld name="BIG_NUMBER">
    <p:bg>
      <p:bgPr>
        <a:solidFill>
          <a:schemeClr val="dk1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5"/>
          <p:cNvSpPr/>
          <p:nvPr/>
        </p:nvSpPr>
        <p:spPr>
          <a:xfrm>
            <a:off x="0" y="1324925"/>
            <a:ext cx="4572000" cy="19104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/>
          </a:p>
        </p:txBody>
      </p:sp>
      <p:sp>
        <p:nvSpPr>
          <p:cNvPr id="224" name="Google Shape;224;p35"/>
          <p:cNvSpPr/>
          <p:nvPr/>
        </p:nvSpPr>
        <p:spPr>
          <a:xfrm>
            <a:off x="0" y="3235076"/>
            <a:ext cx="4572000" cy="191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>
              <a:solidFill>
                <a:schemeClr val="dk2"/>
              </a:solidFill>
            </a:endParaRPr>
          </a:p>
        </p:txBody>
      </p:sp>
      <p:sp>
        <p:nvSpPr>
          <p:cNvPr id="225" name="Google Shape;225;p35"/>
          <p:cNvSpPr/>
          <p:nvPr/>
        </p:nvSpPr>
        <p:spPr>
          <a:xfrm>
            <a:off x="4571892" y="3235076"/>
            <a:ext cx="4572000" cy="1914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>
              <a:solidFill>
                <a:schemeClr val="lt1"/>
              </a:solidFill>
            </a:endParaRPr>
          </a:p>
        </p:txBody>
      </p:sp>
      <p:sp>
        <p:nvSpPr>
          <p:cNvPr id="226" name="Google Shape;226;p35"/>
          <p:cNvSpPr/>
          <p:nvPr/>
        </p:nvSpPr>
        <p:spPr>
          <a:xfrm>
            <a:off x="4571892" y="1324925"/>
            <a:ext cx="4572000" cy="1910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>
              <a:solidFill>
                <a:schemeClr val="accent5"/>
              </a:solidFill>
            </a:endParaRPr>
          </a:p>
        </p:txBody>
      </p:sp>
      <p:sp>
        <p:nvSpPr>
          <p:cNvPr id="227" name="Google Shape;227;p35"/>
          <p:cNvSpPr txBox="1"/>
          <p:nvPr>
            <p:ph idx="1" type="subTitle"/>
          </p:nvPr>
        </p:nvSpPr>
        <p:spPr>
          <a:xfrm>
            <a:off x="480420" y="290626"/>
            <a:ext cx="35922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28" name="Google Shape;228;p35"/>
          <p:cNvSpPr txBox="1"/>
          <p:nvPr>
            <p:ph idx="2" type="body"/>
          </p:nvPr>
        </p:nvSpPr>
        <p:spPr>
          <a:xfrm>
            <a:off x="480425" y="610475"/>
            <a:ext cx="4878300" cy="6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29" name="Google Shape;229;p35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dk2"/>
                </a:solidFill>
              </a:defRPr>
            </a:lvl1pPr>
            <a:lvl2pPr lvl="1" rtl="0">
              <a:buNone/>
              <a:defRPr sz="1100">
                <a:solidFill>
                  <a:schemeClr val="dk2"/>
                </a:solidFill>
              </a:defRPr>
            </a:lvl2pPr>
            <a:lvl3pPr lvl="2" rtl="0">
              <a:buNone/>
              <a:defRPr sz="1100">
                <a:solidFill>
                  <a:schemeClr val="dk2"/>
                </a:solidFill>
              </a:defRPr>
            </a:lvl3pPr>
            <a:lvl4pPr lvl="3" rtl="0">
              <a:buNone/>
              <a:defRPr sz="1100">
                <a:solidFill>
                  <a:schemeClr val="dk2"/>
                </a:solidFill>
              </a:defRPr>
            </a:lvl4pPr>
            <a:lvl5pPr lvl="4" rtl="0">
              <a:buNone/>
              <a:defRPr sz="1100">
                <a:solidFill>
                  <a:schemeClr val="dk2"/>
                </a:solidFill>
              </a:defRPr>
            </a:lvl5pPr>
            <a:lvl6pPr lvl="5" rtl="0">
              <a:buNone/>
              <a:defRPr sz="1100">
                <a:solidFill>
                  <a:schemeClr val="dk2"/>
                </a:solidFill>
              </a:defRPr>
            </a:lvl6pPr>
            <a:lvl7pPr lvl="6" rtl="0">
              <a:buNone/>
              <a:defRPr sz="1100">
                <a:solidFill>
                  <a:schemeClr val="dk2"/>
                </a:solidFill>
              </a:defRPr>
            </a:lvl7pPr>
            <a:lvl8pPr lvl="7" rtl="0">
              <a:buNone/>
              <a:defRPr sz="1100">
                <a:solidFill>
                  <a:schemeClr val="dk2"/>
                </a:solidFill>
              </a:defRPr>
            </a:lvl8pPr>
            <a:lvl9pPr lvl="8" rtl="0">
              <a:buNone/>
              <a:defRPr sz="11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blank">
  <p:cSld name="BLANK"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6"/>
          <p:cNvSpPr txBox="1"/>
          <p:nvPr>
            <p:ph type="title"/>
          </p:nvPr>
        </p:nvSpPr>
        <p:spPr>
          <a:xfrm>
            <a:off x="697350" y="2932550"/>
            <a:ext cx="77493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32" name="Google Shape;232;p36"/>
          <p:cNvSpPr txBox="1"/>
          <p:nvPr>
            <p:ph idx="2" type="title"/>
          </p:nvPr>
        </p:nvSpPr>
        <p:spPr>
          <a:xfrm>
            <a:off x="3278250" y="1194450"/>
            <a:ext cx="2587500" cy="19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33" name="Google Shape;233;p3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 text">
  <p:cSld name="TITLE_1">
    <p:bg>
      <p:bgPr>
        <a:solidFill>
          <a:schemeClr val="dk1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7"/>
          <p:cNvSpPr/>
          <p:nvPr/>
        </p:nvSpPr>
        <p:spPr>
          <a:xfrm>
            <a:off x="0" y="0"/>
            <a:ext cx="9144000" cy="1631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37"/>
          <p:cNvSpPr txBox="1"/>
          <p:nvPr>
            <p:ph idx="1" type="subTitle"/>
          </p:nvPr>
        </p:nvSpPr>
        <p:spPr>
          <a:xfrm>
            <a:off x="791150" y="522625"/>
            <a:ext cx="5938800" cy="110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Hepta Slab Medium"/>
              <a:buNone/>
              <a:defRPr sz="3600"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37" name="Google Shape;237;p37"/>
          <p:cNvSpPr txBox="1"/>
          <p:nvPr>
            <p:ph idx="2" type="body"/>
          </p:nvPr>
        </p:nvSpPr>
        <p:spPr>
          <a:xfrm>
            <a:off x="810075" y="2065225"/>
            <a:ext cx="7539900" cy="27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●"/>
              <a:defRPr sz="2800">
                <a:solidFill>
                  <a:schemeClr val="lt1"/>
                </a:solidFill>
              </a:defRPr>
            </a:lvl1pPr>
            <a:lvl2pPr indent="-406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○"/>
              <a:defRPr sz="2800">
                <a:solidFill>
                  <a:schemeClr val="lt1"/>
                </a:solidFill>
              </a:defRPr>
            </a:lvl2pPr>
            <a:lvl3pPr indent="-406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■"/>
              <a:defRPr sz="2800">
                <a:solidFill>
                  <a:schemeClr val="lt1"/>
                </a:solidFill>
              </a:defRPr>
            </a:lvl3pPr>
            <a:lvl4pPr indent="-406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●"/>
              <a:defRPr sz="2800">
                <a:solidFill>
                  <a:schemeClr val="lt1"/>
                </a:solidFill>
              </a:defRPr>
            </a:lvl4pPr>
            <a:lvl5pPr indent="-406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○"/>
              <a:defRPr sz="2800">
                <a:solidFill>
                  <a:schemeClr val="lt1"/>
                </a:solidFill>
              </a:defRPr>
            </a:lvl5pPr>
            <a:lvl6pPr indent="-406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■"/>
              <a:defRPr sz="2800">
                <a:solidFill>
                  <a:schemeClr val="lt1"/>
                </a:solidFill>
              </a:defRPr>
            </a:lvl6pPr>
            <a:lvl7pPr indent="-406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●"/>
              <a:defRPr sz="2800">
                <a:solidFill>
                  <a:schemeClr val="lt1"/>
                </a:solidFill>
              </a:defRPr>
            </a:lvl7pPr>
            <a:lvl8pPr indent="-406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○"/>
              <a:defRPr sz="2800">
                <a:solidFill>
                  <a:schemeClr val="lt1"/>
                </a:solidFill>
              </a:defRPr>
            </a:lvl8pPr>
            <a:lvl9pPr indent="-406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■"/>
              <a:defRPr sz="2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38" name="Google Shape;238;p37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1"/>
                </a:solidFill>
              </a:defRPr>
            </a:lvl1pPr>
            <a:lvl2pPr lvl="1" rtl="0">
              <a:buNone/>
              <a:defRPr sz="1100">
                <a:solidFill>
                  <a:schemeClr val="accent1"/>
                </a:solidFill>
              </a:defRPr>
            </a:lvl2pPr>
            <a:lvl3pPr lvl="2" rtl="0">
              <a:buNone/>
              <a:defRPr sz="1100">
                <a:solidFill>
                  <a:schemeClr val="accent1"/>
                </a:solidFill>
              </a:defRPr>
            </a:lvl3pPr>
            <a:lvl4pPr lvl="3" rtl="0">
              <a:buNone/>
              <a:defRPr sz="1100">
                <a:solidFill>
                  <a:schemeClr val="accent1"/>
                </a:solidFill>
              </a:defRPr>
            </a:lvl4pPr>
            <a:lvl5pPr lvl="4" rtl="0">
              <a:buNone/>
              <a:defRPr sz="1100">
                <a:solidFill>
                  <a:schemeClr val="accent1"/>
                </a:solidFill>
              </a:defRPr>
            </a:lvl5pPr>
            <a:lvl6pPr lvl="5" rtl="0">
              <a:buNone/>
              <a:defRPr sz="1100">
                <a:solidFill>
                  <a:schemeClr val="accent1"/>
                </a:solidFill>
              </a:defRPr>
            </a:lvl6pPr>
            <a:lvl7pPr lvl="6" rtl="0">
              <a:buNone/>
              <a:defRPr sz="1100">
                <a:solidFill>
                  <a:schemeClr val="accent1"/>
                </a:solidFill>
              </a:defRPr>
            </a:lvl7pPr>
            <a:lvl8pPr lvl="7" rtl="0">
              <a:buNone/>
              <a:defRPr sz="1100">
                <a:solidFill>
                  <a:schemeClr val="accent1"/>
                </a:solidFill>
              </a:defRPr>
            </a:lvl8pPr>
            <a:lvl9pPr lvl="8" rtl="0">
              <a:buNone/>
              <a:defRPr sz="1100"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Background Image + Text">
  <p:cSld name="CUSTOM"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8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41" name="Google Shape;241;p38"/>
          <p:cNvSpPr txBox="1"/>
          <p:nvPr>
            <p:ph idx="1" type="body"/>
          </p:nvPr>
        </p:nvSpPr>
        <p:spPr>
          <a:xfrm>
            <a:off x="4655675" y="956675"/>
            <a:ext cx="3965400" cy="7752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274300" lIns="274300" spcFirstLastPara="1" rIns="27430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○"/>
              <a:defRPr sz="1100"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○"/>
              <a:defRPr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○"/>
              <a:defRPr sz="1100"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42" name="Google Shape;242;p38"/>
          <p:cNvSpPr txBox="1"/>
          <p:nvPr>
            <p:ph idx="3" type="subTitle"/>
          </p:nvPr>
        </p:nvSpPr>
        <p:spPr>
          <a:xfrm>
            <a:off x="4655675" y="522900"/>
            <a:ext cx="3965400" cy="442800"/>
          </a:xfrm>
          <a:prstGeom prst="rect">
            <a:avLst/>
          </a:prstGeom>
          <a:solidFill>
            <a:schemeClr val="lt1"/>
          </a:solidFill>
        </p:spPr>
        <p:txBody>
          <a:bodyPr anchorCtr="0" anchor="b" bIns="0" lIns="274300" spcFirstLastPara="1" rIns="274300" wrap="square" tIns="2743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43" name="Google Shape;243;p38"/>
          <p:cNvSpPr txBox="1"/>
          <p:nvPr>
            <p:ph idx="4" type="body"/>
          </p:nvPr>
        </p:nvSpPr>
        <p:spPr>
          <a:xfrm>
            <a:off x="524350" y="4144800"/>
            <a:ext cx="1558800" cy="4758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137150" lIns="137150" spcFirstLastPara="1" rIns="137150" wrap="square" tIns="13715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●"/>
              <a:defRPr sz="700">
                <a:latin typeface="Barlow"/>
                <a:ea typeface="Barlow"/>
                <a:cs typeface="Barlow"/>
                <a:sym typeface="Barlow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○"/>
              <a:defRPr sz="700">
                <a:latin typeface="Barlow"/>
                <a:ea typeface="Barlow"/>
                <a:cs typeface="Barlow"/>
                <a:sym typeface="Barlow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■"/>
              <a:defRPr sz="700">
                <a:latin typeface="Barlow"/>
                <a:ea typeface="Barlow"/>
                <a:cs typeface="Barlow"/>
                <a:sym typeface="Barlow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●"/>
              <a:defRPr sz="700">
                <a:latin typeface="Barlow"/>
                <a:ea typeface="Barlow"/>
                <a:cs typeface="Barlow"/>
                <a:sym typeface="Barlow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○"/>
              <a:defRPr sz="700">
                <a:latin typeface="Barlow"/>
                <a:ea typeface="Barlow"/>
                <a:cs typeface="Barlow"/>
                <a:sym typeface="Barlow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■"/>
              <a:defRPr sz="700">
                <a:latin typeface="Barlow"/>
                <a:ea typeface="Barlow"/>
                <a:cs typeface="Barlow"/>
                <a:sym typeface="Barlow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●"/>
              <a:defRPr sz="700">
                <a:latin typeface="Barlow"/>
                <a:ea typeface="Barlow"/>
                <a:cs typeface="Barlow"/>
                <a:sym typeface="Barlow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○"/>
              <a:defRPr sz="700">
                <a:latin typeface="Barlow"/>
                <a:ea typeface="Barlow"/>
                <a:cs typeface="Barlow"/>
                <a:sym typeface="Barlow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■"/>
              <a:defRPr sz="700"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44" name="Google Shape;244;p3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Barlow"/>
                <a:ea typeface="Barlow"/>
                <a:cs typeface="Barlow"/>
                <a:sym typeface="Barlow"/>
              </a:defRPr>
            </a:lvl1pPr>
            <a:lvl2pPr lvl="1">
              <a:buNone/>
              <a:defRPr>
                <a:latin typeface="Barlow"/>
                <a:ea typeface="Barlow"/>
                <a:cs typeface="Barlow"/>
                <a:sym typeface="Barlow"/>
              </a:defRPr>
            </a:lvl2pPr>
            <a:lvl3pPr lvl="2">
              <a:buNone/>
              <a:defRPr>
                <a:latin typeface="Barlow"/>
                <a:ea typeface="Barlow"/>
                <a:cs typeface="Barlow"/>
                <a:sym typeface="Barlow"/>
              </a:defRPr>
            </a:lvl3pPr>
            <a:lvl4pPr lvl="3">
              <a:buNone/>
              <a:defRPr>
                <a:latin typeface="Barlow"/>
                <a:ea typeface="Barlow"/>
                <a:cs typeface="Barlow"/>
                <a:sym typeface="Barlow"/>
              </a:defRPr>
            </a:lvl4pPr>
            <a:lvl5pPr lvl="4">
              <a:buNone/>
              <a:defRPr>
                <a:latin typeface="Barlow"/>
                <a:ea typeface="Barlow"/>
                <a:cs typeface="Barlow"/>
                <a:sym typeface="Barlow"/>
              </a:defRPr>
            </a:lvl5pPr>
            <a:lvl6pPr lvl="5">
              <a:buNone/>
              <a:defRPr>
                <a:latin typeface="Barlow"/>
                <a:ea typeface="Barlow"/>
                <a:cs typeface="Barlow"/>
                <a:sym typeface="Barlow"/>
              </a:defRPr>
            </a:lvl6pPr>
            <a:lvl7pPr lvl="6">
              <a:buNone/>
              <a:defRPr>
                <a:latin typeface="Barlow"/>
                <a:ea typeface="Barlow"/>
                <a:cs typeface="Barlow"/>
                <a:sym typeface="Barlow"/>
              </a:defRPr>
            </a:lvl7pPr>
            <a:lvl8pPr lvl="7">
              <a:buNone/>
              <a:defRPr>
                <a:latin typeface="Barlow"/>
                <a:ea typeface="Barlow"/>
                <a:cs typeface="Barlow"/>
                <a:sym typeface="Barlow"/>
              </a:defRPr>
            </a:lvl8pPr>
            <a:lvl9pPr lvl="8">
              <a:buNone/>
              <a:defRPr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+ Image">
  <p:cSld name="CUSTOM_1">
    <p:bg>
      <p:bgPr>
        <a:solidFill>
          <a:schemeClr val="lt2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9"/>
          <p:cNvSpPr/>
          <p:nvPr>
            <p:ph idx="2" type="pic"/>
          </p:nvPr>
        </p:nvSpPr>
        <p:spPr>
          <a:xfrm>
            <a:off x="5485725" y="523025"/>
            <a:ext cx="3135300" cy="4097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47" name="Google Shape;247;p39"/>
          <p:cNvSpPr txBox="1"/>
          <p:nvPr>
            <p:ph type="title"/>
          </p:nvPr>
        </p:nvSpPr>
        <p:spPr>
          <a:xfrm>
            <a:off x="591441" y="391675"/>
            <a:ext cx="4397400" cy="3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48" name="Google Shape;248;p39"/>
          <p:cNvSpPr txBox="1"/>
          <p:nvPr>
            <p:ph idx="1" type="body"/>
          </p:nvPr>
        </p:nvSpPr>
        <p:spPr>
          <a:xfrm>
            <a:off x="638750" y="4413181"/>
            <a:ext cx="5537100" cy="31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●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○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■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●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○"/>
              <a:defRPr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■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●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○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■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49" name="Google Shape;249;p39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1"/>
                </a:solidFill>
              </a:defRPr>
            </a:lvl1pPr>
            <a:lvl2pPr lvl="1" rtl="0">
              <a:buNone/>
              <a:defRPr sz="1100">
                <a:solidFill>
                  <a:schemeClr val="accent1"/>
                </a:solidFill>
              </a:defRPr>
            </a:lvl2pPr>
            <a:lvl3pPr lvl="2" rtl="0">
              <a:buNone/>
              <a:defRPr sz="1100">
                <a:solidFill>
                  <a:schemeClr val="accent1"/>
                </a:solidFill>
              </a:defRPr>
            </a:lvl3pPr>
            <a:lvl4pPr lvl="3" rtl="0">
              <a:buNone/>
              <a:defRPr sz="1100">
                <a:solidFill>
                  <a:schemeClr val="accent1"/>
                </a:solidFill>
              </a:defRPr>
            </a:lvl4pPr>
            <a:lvl5pPr lvl="4" rtl="0">
              <a:buNone/>
              <a:defRPr sz="1100">
                <a:solidFill>
                  <a:schemeClr val="accent1"/>
                </a:solidFill>
              </a:defRPr>
            </a:lvl5pPr>
            <a:lvl6pPr lvl="5" rtl="0">
              <a:buNone/>
              <a:defRPr sz="1100">
                <a:solidFill>
                  <a:schemeClr val="accent1"/>
                </a:solidFill>
              </a:defRPr>
            </a:lvl6pPr>
            <a:lvl7pPr lvl="6" rtl="0">
              <a:buNone/>
              <a:defRPr sz="1100">
                <a:solidFill>
                  <a:schemeClr val="accent1"/>
                </a:solidFill>
              </a:defRPr>
            </a:lvl7pPr>
            <a:lvl8pPr lvl="7" rtl="0">
              <a:buNone/>
              <a:defRPr sz="1100">
                <a:solidFill>
                  <a:schemeClr val="accent1"/>
                </a:solidFill>
              </a:defRPr>
            </a:lvl8pPr>
            <a:lvl9pPr lvl="8" rtl="0">
              <a:buNone/>
              <a:defRPr sz="1100"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oals + 5 Images">
  <p:cSld name="CUSTOM_2">
    <p:bg>
      <p:bgPr>
        <a:solidFill>
          <a:schemeClr val="dk1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40"/>
          <p:cNvSpPr txBox="1"/>
          <p:nvPr>
            <p:ph idx="1" type="body"/>
          </p:nvPr>
        </p:nvSpPr>
        <p:spPr>
          <a:xfrm>
            <a:off x="5481425" y="2715575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52" name="Google Shape;252;p40"/>
          <p:cNvSpPr txBox="1"/>
          <p:nvPr>
            <p:ph idx="2" type="body"/>
          </p:nvPr>
        </p:nvSpPr>
        <p:spPr>
          <a:xfrm>
            <a:off x="3918400" y="2715725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53" name="Google Shape;253;p40"/>
          <p:cNvSpPr txBox="1"/>
          <p:nvPr>
            <p:ph idx="3" type="body"/>
          </p:nvPr>
        </p:nvSpPr>
        <p:spPr>
          <a:xfrm>
            <a:off x="2349550" y="2715575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54" name="Google Shape;254;p40"/>
          <p:cNvSpPr txBox="1"/>
          <p:nvPr>
            <p:ph idx="4" type="body"/>
          </p:nvPr>
        </p:nvSpPr>
        <p:spPr>
          <a:xfrm>
            <a:off x="791150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55" name="Google Shape;255;p40"/>
          <p:cNvSpPr txBox="1"/>
          <p:nvPr>
            <p:ph idx="5" type="body"/>
          </p:nvPr>
        </p:nvSpPr>
        <p:spPr>
          <a:xfrm>
            <a:off x="791150" y="27155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56" name="Google Shape;256;p40"/>
          <p:cNvSpPr txBox="1"/>
          <p:nvPr>
            <p:ph idx="6" type="body"/>
          </p:nvPr>
        </p:nvSpPr>
        <p:spPr>
          <a:xfrm>
            <a:off x="7044450" y="27155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cxnSp>
        <p:nvCxnSpPr>
          <p:cNvPr id="257" name="Google Shape;257;p40"/>
          <p:cNvCxnSpPr/>
          <p:nvPr/>
        </p:nvCxnSpPr>
        <p:spPr>
          <a:xfrm rot="10800000">
            <a:off x="827250" y="1481375"/>
            <a:ext cx="74895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8" name="Google Shape;258;p40"/>
          <p:cNvSpPr/>
          <p:nvPr>
            <p:ph idx="7" type="pic"/>
          </p:nvPr>
        </p:nvSpPr>
        <p:spPr>
          <a:xfrm>
            <a:off x="7049625" y="523025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59" name="Google Shape;259;p40"/>
          <p:cNvSpPr/>
          <p:nvPr>
            <p:ph idx="8" type="pic"/>
          </p:nvPr>
        </p:nvSpPr>
        <p:spPr>
          <a:xfrm>
            <a:off x="784775" y="5221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60" name="Google Shape;260;p40"/>
          <p:cNvSpPr/>
          <p:nvPr>
            <p:ph idx="9" type="pic"/>
          </p:nvPr>
        </p:nvSpPr>
        <p:spPr>
          <a:xfrm>
            <a:off x="2343950" y="5235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61" name="Google Shape;261;p40"/>
          <p:cNvSpPr/>
          <p:nvPr>
            <p:ph idx="13" type="pic"/>
          </p:nvPr>
        </p:nvSpPr>
        <p:spPr>
          <a:xfrm>
            <a:off x="3915213" y="5235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62" name="Google Shape;262;p40"/>
          <p:cNvSpPr/>
          <p:nvPr>
            <p:ph idx="14" type="pic"/>
          </p:nvPr>
        </p:nvSpPr>
        <p:spPr>
          <a:xfrm>
            <a:off x="5490975" y="5235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63" name="Google Shape;263;p40"/>
          <p:cNvSpPr txBox="1"/>
          <p:nvPr>
            <p:ph idx="15" type="body"/>
          </p:nvPr>
        </p:nvSpPr>
        <p:spPr>
          <a:xfrm>
            <a:off x="5481425" y="4112700"/>
            <a:ext cx="2877600" cy="50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64" name="Google Shape;264;p40"/>
          <p:cNvSpPr txBox="1"/>
          <p:nvPr>
            <p:ph idx="16" type="subTitle"/>
          </p:nvPr>
        </p:nvSpPr>
        <p:spPr>
          <a:xfrm>
            <a:off x="5481425" y="3897300"/>
            <a:ext cx="28776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65" name="Google Shape;265;p40"/>
          <p:cNvSpPr txBox="1"/>
          <p:nvPr>
            <p:ph idx="17" type="body"/>
          </p:nvPr>
        </p:nvSpPr>
        <p:spPr>
          <a:xfrm>
            <a:off x="2349500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66" name="Google Shape;266;p40"/>
          <p:cNvSpPr txBox="1"/>
          <p:nvPr>
            <p:ph idx="18" type="body"/>
          </p:nvPr>
        </p:nvSpPr>
        <p:spPr>
          <a:xfrm>
            <a:off x="3915488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67" name="Google Shape;267;p40"/>
          <p:cNvSpPr txBox="1"/>
          <p:nvPr>
            <p:ph idx="19" type="body"/>
          </p:nvPr>
        </p:nvSpPr>
        <p:spPr>
          <a:xfrm>
            <a:off x="5479963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68" name="Google Shape;268;p40"/>
          <p:cNvSpPr txBox="1"/>
          <p:nvPr>
            <p:ph idx="20" type="body"/>
          </p:nvPr>
        </p:nvSpPr>
        <p:spPr>
          <a:xfrm>
            <a:off x="7047338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69" name="Google Shape;269;p40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1"/>
                </a:solidFill>
              </a:defRPr>
            </a:lvl1pPr>
            <a:lvl2pPr lvl="1" rtl="0">
              <a:buNone/>
              <a:defRPr sz="1100">
                <a:solidFill>
                  <a:schemeClr val="accent1"/>
                </a:solidFill>
              </a:defRPr>
            </a:lvl2pPr>
            <a:lvl3pPr lvl="2" rtl="0">
              <a:buNone/>
              <a:defRPr sz="1100">
                <a:solidFill>
                  <a:schemeClr val="accent1"/>
                </a:solidFill>
              </a:defRPr>
            </a:lvl3pPr>
            <a:lvl4pPr lvl="3" rtl="0">
              <a:buNone/>
              <a:defRPr sz="1100">
                <a:solidFill>
                  <a:schemeClr val="accent1"/>
                </a:solidFill>
              </a:defRPr>
            </a:lvl4pPr>
            <a:lvl5pPr lvl="4" rtl="0">
              <a:buNone/>
              <a:defRPr sz="1100">
                <a:solidFill>
                  <a:schemeClr val="accent1"/>
                </a:solidFill>
              </a:defRPr>
            </a:lvl5pPr>
            <a:lvl6pPr lvl="5" rtl="0">
              <a:buNone/>
              <a:defRPr sz="1100">
                <a:solidFill>
                  <a:schemeClr val="accent1"/>
                </a:solidFill>
              </a:defRPr>
            </a:lvl6pPr>
            <a:lvl7pPr lvl="6" rtl="0">
              <a:buNone/>
              <a:defRPr sz="1100">
                <a:solidFill>
                  <a:schemeClr val="accent1"/>
                </a:solidFill>
              </a:defRPr>
            </a:lvl7pPr>
            <a:lvl8pPr lvl="7" rtl="0">
              <a:buNone/>
              <a:defRPr sz="1100">
                <a:solidFill>
                  <a:schemeClr val="accent1"/>
                </a:solidFill>
              </a:defRPr>
            </a:lvl8pPr>
            <a:lvl9pPr lvl="8" rtl="0">
              <a:buNone/>
              <a:defRPr sz="1100"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rategy Canvas / Line Graph">
  <p:cSld name="CUSTOM_3">
    <p:bg>
      <p:bgPr>
        <a:solidFill>
          <a:schemeClr val="dk1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1"/>
          <p:cNvSpPr txBox="1"/>
          <p:nvPr>
            <p:ph idx="1" type="body"/>
          </p:nvPr>
        </p:nvSpPr>
        <p:spPr>
          <a:xfrm>
            <a:off x="3917825" y="4024920"/>
            <a:ext cx="4441200" cy="50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72" name="Google Shape;272;p41"/>
          <p:cNvSpPr txBox="1"/>
          <p:nvPr>
            <p:ph idx="2" type="subTitle"/>
          </p:nvPr>
        </p:nvSpPr>
        <p:spPr>
          <a:xfrm>
            <a:off x="783675" y="3967895"/>
            <a:ext cx="2877600" cy="43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273" name="Google Shape;273;p41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1"/>
                </a:solidFill>
              </a:defRPr>
            </a:lvl1pPr>
            <a:lvl2pPr lvl="1" rtl="0">
              <a:buNone/>
              <a:defRPr sz="1100">
                <a:solidFill>
                  <a:schemeClr val="accent1"/>
                </a:solidFill>
              </a:defRPr>
            </a:lvl2pPr>
            <a:lvl3pPr lvl="2" rtl="0">
              <a:buNone/>
              <a:defRPr sz="1100">
                <a:solidFill>
                  <a:schemeClr val="accent1"/>
                </a:solidFill>
              </a:defRPr>
            </a:lvl3pPr>
            <a:lvl4pPr lvl="3" rtl="0">
              <a:buNone/>
              <a:defRPr sz="1100">
                <a:solidFill>
                  <a:schemeClr val="accent1"/>
                </a:solidFill>
              </a:defRPr>
            </a:lvl4pPr>
            <a:lvl5pPr lvl="4" rtl="0">
              <a:buNone/>
              <a:defRPr sz="1100">
                <a:solidFill>
                  <a:schemeClr val="accent1"/>
                </a:solidFill>
              </a:defRPr>
            </a:lvl5pPr>
            <a:lvl6pPr lvl="5" rtl="0">
              <a:buNone/>
              <a:defRPr sz="1100">
                <a:solidFill>
                  <a:schemeClr val="accent1"/>
                </a:solidFill>
              </a:defRPr>
            </a:lvl6pPr>
            <a:lvl7pPr lvl="6" rtl="0">
              <a:buNone/>
              <a:defRPr sz="1100">
                <a:solidFill>
                  <a:schemeClr val="accent1"/>
                </a:solidFill>
              </a:defRPr>
            </a:lvl7pPr>
            <a:lvl8pPr lvl="7" rtl="0">
              <a:buNone/>
              <a:defRPr sz="1100">
                <a:solidFill>
                  <a:schemeClr val="accent1"/>
                </a:solidFill>
              </a:defRPr>
            </a:lvl8pPr>
            <a:lvl9pPr lvl="8" rtl="0">
              <a:buNone/>
              <a:defRPr sz="1100"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CUSTOM_4"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2"/>
          <p:cNvSpPr txBox="1"/>
          <p:nvPr>
            <p:ph type="title"/>
          </p:nvPr>
        </p:nvSpPr>
        <p:spPr>
          <a:xfrm>
            <a:off x="697350" y="2932550"/>
            <a:ext cx="77493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76" name="Google Shape;276;p42"/>
          <p:cNvSpPr txBox="1"/>
          <p:nvPr>
            <p:ph idx="2" type="title"/>
          </p:nvPr>
        </p:nvSpPr>
        <p:spPr>
          <a:xfrm>
            <a:off x="3278250" y="1194450"/>
            <a:ext cx="2587500" cy="19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77" name="Google Shape;277;p4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PIs / Objectives">
  <p:cSld name="CUSTOM_5">
    <p:bg>
      <p:bgPr>
        <a:solidFill>
          <a:schemeClr val="dk1"/>
        </a:solid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43"/>
          <p:cNvSpPr/>
          <p:nvPr/>
        </p:nvSpPr>
        <p:spPr>
          <a:xfrm rot="-5400000">
            <a:off x="4090300" y="-436575"/>
            <a:ext cx="4099200" cy="60150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280" name="Google Shape;280;p43"/>
          <p:cNvSpPr txBox="1"/>
          <p:nvPr>
            <p:ph idx="1" type="body"/>
          </p:nvPr>
        </p:nvSpPr>
        <p:spPr>
          <a:xfrm>
            <a:off x="3918400" y="3680775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81" name="Google Shape;281;p43"/>
          <p:cNvSpPr txBox="1"/>
          <p:nvPr>
            <p:ph idx="2" type="body"/>
          </p:nvPr>
        </p:nvSpPr>
        <p:spPr>
          <a:xfrm>
            <a:off x="3918400" y="3780825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82" name="Google Shape;282;p43"/>
          <p:cNvSpPr txBox="1"/>
          <p:nvPr>
            <p:ph idx="3" type="body"/>
          </p:nvPr>
        </p:nvSpPr>
        <p:spPr>
          <a:xfrm>
            <a:off x="7044450" y="36805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83" name="Google Shape;283;p43"/>
          <p:cNvSpPr txBox="1"/>
          <p:nvPr>
            <p:ph idx="4" type="body"/>
          </p:nvPr>
        </p:nvSpPr>
        <p:spPr>
          <a:xfrm>
            <a:off x="7044450" y="37806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84" name="Google Shape;284;p43"/>
          <p:cNvSpPr/>
          <p:nvPr>
            <p:ph idx="5" type="pic"/>
          </p:nvPr>
        </p:nvSpPr>
        <p:spPr>
          <a:xfrm>
            <a:off x="7049625" y="1588125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85" name="Google Shape;285;p43"/>
          <p:cNvSpPr/>
          <p:nvPr>
            <p:ph idx="6" type="pic"/>
          </p:nvPr>
        </p:nvSpPr>
        <p:spPr>
          <a:xfrm>
            <a:off x="3915213" y="15886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86" name="Google Shape;286;p43"/>
          <p:cNvSpPr/>
          <p:nvPr>
            <p:ph idx="7" type="pic"/>
          </p:nvPr>
        </p:nvSpPr>
        <p:spPr>
          <a:xfrm>
            <a:off x="5490975" y="15886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87" name="Google Shape;287;p43"/>
          <p:cNvSpPr txBox="1"/>
          <p:nvPr>
            <p:ph idx="8" type="subTitle"/>
          </p:nvPr>
        </p:nvSpPr>
        <p:spPr>
          <a:xfrm>
            <a:off x="3918800" y="1034575"/>
            <a:ext cx="1307100" cy="554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Barlow ExtraLight"/>
              <a:buNone/>
              <a:defRPr sz="3600">
                <a:solidFill>
                  <a:schemeClr val="accent2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288" name="Google Shape;288;p43"/>
          <p:cNvSpPr txBox="1"/>
          <p:nvPr>
            <p:ph idx="9" type="subTitle"/>
          </p:nvPr>
        </p:nvSpPr>
        <p:spPr>
          <a:xfrm>
            <a:off x="5484775" y="1034575"/>
            <a:ext cx="1307100" cy="554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Barlow ExtraLight"/>
              <a:buNone/>
              <a:defRPr sz="3600">
                <a:solidFill>
                  <a:schemeClr val="accent2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289" name="Google Shape;289;p43"/>
          <p:cNvSpPr txBox="1"/>
          <p:nvPr>
            <p:ph idx="13" type="subTitle"/>
          </p:nvPr>
        </p:nvSpPr>
        <p:spPr>
          <a:xfrm>
            <a:off x="7050750" y="1032775"/>
            <a:ext cx="1307100" cy="554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Barlow ExtraLight"/>
              <a:buNone/>
              <a:defRPr sz="3600">
                <a:solidFill>
                  <a:schemeClr val="accent2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290" name="Google Shape;290;p43"/>
          <p:cNvSpPr txBox="1"/>
          <p:nvPr>
            <p:ph idx="14" type="body"/>
          </p:nvPr>
        </p:nvSpPr>
        <p:spPr>
          <a:xfrm>
            <a:off x="507400" y="1828050"/>
            <a:ext cx="2136300" cy="297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1pPr>
            <a:lvl2pPr indent="-40640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2pPr>
            <a:lvl3pPr indent="-40640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3pPr>
            <a:lvl4pPr indent="-40640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4pPr>
            <a:lvl5pPr indent="-40640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5pPr>
            <a:lvl6pPr indent="-40640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6pPr>
            <a:lvl7pPr indent="-40640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7pPr>
            <a:lvl8pPr indent="-40640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8pPr>
            <a:lvl9pPr indent="-40640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91" name="Google Shape;291;p43"/>
          <p:cNvSpPr txBox="1"/>
          <p:nvPr>
            <p:ph idx="15" type="body"/>
          </p:nvPr>
        </p:nvSpPr>
        <p:spPr>
          <a:xfrm>
            <a:off x="5481425" y="3680775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92" name="Google Shape;292;p43"/>
          <p:cNvSpPr txBox="1"/>
          <p:nvPr>
            <p:ph idx="16" type="body"/>
          </p:nvPr>
        </p:nvSpPr>
        <p:spPr>
          <a:xfrm>
            <a:off x="5481425" y="3780825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93" name="Google Shape;293;p43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2"/>
                </a:solidFill>
              </a:defRPr>
            </a:lvl1pPr>
            <a:lvl2pPr lvl="1" rtl="0">
              <a:buNone/>
              <a:defRPr sz="1100">
                <a:solidFill>
                  <a:schemeClr val="accent2"/>
                </a:solidFill>
              </a:defRPr>
            </a:lvl2pPr>
            <a:lvl3pPr lvl="2" rtl="0">
              <a:buNone/>
              <a:defRPr sz="1100">
                <a:solidFill>
                  <a:schemeClr val="accent2"/>
                </a:solidFill>
              </a:defRPr>
            </a:lvl3pPr>
            <a:lvl4pPr lvl="3" rtl="0">
              <a:buNone/>
              <a:defRPr sz="1100">
                <a:solidFill>
                  <a:schemeClr val="accent2"/>
                </a:solidFill>
              </a:defRPr>
            </a:lvl4pPr>
            <a:lvl5pPr lvl="4" rtl="0">
              <a:buNone/>
              <a:defRPr sz="1100">
                <a:solidFill>
                  <a:schemeClr val="accent2"/>
                </a:solidFill>
              </a:defRPr>
            </a:lvl5pPr>
            <a:lvl6pPr lvl="5" rtl="0">
              <a:buNone/>
              <a:defRPr sz="1100">
                <a:solidFill>
                  <a:schemeClr val="accent2"/>
                </a:solidFill>
              </a:defRPr>
            </a:lvl6pPr>
            <a:lvl7pPr lvl="6" rtl="0">
              <a:buNone/>
              <a:defRPr sz="1100">
                <a:solidFill>
                  <a:schemeClr val="accent2"/>
                </a:solidFill>
              </a:defRPr>
            </a:lvl7pPr>
            <a:lvl8pPr lvl="7" rtl="0">
              <a:buNone/>
              <a:defRPr sz="1100">
                <a:solidFill>
                  <a:schemeClr val="accent2"/>
                </a:solidFill>
              </a:defRPr>
            </a:lvl8pPr>
            <a:lvl9pPr lvl="8" rtl="0">
              <a:buNone/>
              <a:defRPr sz="1100">
                <a:solidFill>
                  <a:schemeClr val="accen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432">
          <p15:clr>
            <a:srgbClr val="E46962"/>
          </p15:clr>
        </p15:guide>
        <p15:guide id="2" orient="horz" pos="2088">
          <p15:clr>
            <a:srgbClr val="E46962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ction Plan + 5 Images">
  <p:cSld name="CUSTOM_6">
    <p:bg>
      <p:bgPr>
        <a:solidFill>
          <a:schemeClr val="accent6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4"/>
          <p:cNvSpPr txBox="1"/>
          <p:nvPr>
            <p:ph idx="1" type="body"/>
          </p:nvPr>
        </p:nvSpPr>
        <p:spPr>
          <a:xfrm>
            <a:off x="791150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96" name="Google Shape;296;p44"/>
          <p:cNvSpPr txBox="1"/>
          <p:nvPr>
            <p:ph idx="2" type="body"/>
          </p:nvPr>
        </p:nvSpPr>
        <p:spPr>
          <a:xfrm>
            <a:off x="791150" y="27155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cxnSp>
        <p:nvCxnSpPr>
          <p:cNvPr id="297" name="Google Shape;297;p44"/>
          <p:cNvCxnSpPr/>
          <p:nvPr/>
        </p:nvCxnSpPr>
        <p:spPr>
          <a:xfrm rot="10800000">
            <a:off x="827250" y="1481375"/>
            <a:ext cx="74895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8" name="Google Shape;298;p44"/>
          <p:cNvSpPr/>
          <p:nvPr>
            <p:ph idx="3" type="pic"/>
          </p:nvPr>
        </p:nvSpPr>
        <p:spPr>
          <a:xfrm>
            <a:off x="7049625" y="523025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99" name="Google Shape;299;p44"/>
          <p:cNvSpPr/>
          <p:nvPr>
            <p:ph idx="4" type="pic"/>
          </p:nvPr>
        </p:nvSpPr>
        <p:spPr>
          <a:xfrm>
            <a:off x="784775" y="5221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00" name="Google Shape;300;p44"/>
          <p:cNvSpPr/>
          <p:nvPr>
            <p:ph idx="5" type="pic"/>
          </p:nvPr>
        </p:nvSpPr>
        <p:spPr>
          <a:xfrm>
            <a:off x="2343950" y="5235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01" name="Google Shape;301;p44"/>
          <p:cNvSpPr/>
          <p:nvPr>
            <p:ph idx="6" type="pic"/>
          </p:nvPr>
        </p:nvSpPr>
        <p:spPr>
          <a:xfrm>
            <a:off x="3915213" y="5235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02" name="Google Shape;302;p44"/>
          <p:cNvSpPr/>
          <p:nvPr>
            <p:ph idx="7" type="pic"/>
          </p:nvPr>
        </p:nvSpPr>
        <p:spPr>
          <a:xfrm>
            <a:off x="5490975" y="5235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03" name="Google Shape;303;p44"/>
          <p:cNvSpPr txBox="1"/>
          <p:nvPr>
            <p:ph idx="8" type="body"/>
          </p:nvPr>
        </p:nvSpPr>
        <p:spPr>
          <a:xfrm>
            <a:off x="5481425" y="4112700"/>
            <a:ext cx="2877600" cy="50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304" name="Google Shape;304;p44"/>
          <p:cNvSpPr txBox="1"/>
          <p:nvPr>
            <p:ph idx="9" type="subTitle"/>
          </p:nvPr>
        </p:nvSpPr>
        <p:spPr>
          <a:xfrm>
            <a:off x="5481425" y="3897300"/>
            <a:ext cx="28776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305" name="Google Shape;305;p44"/>
          <p:cNvSpPr txBox="1"/>
          <p:nvPr>
            <p:ph idx="13" type="body"/>
          </p:nvPr>
        </p:nvSpPr>
        <p:spPr>
          <a:xfrm>
            <a:off x="2349500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06" name="Google Shape;306;p44"/>
          <p:cNvSpPr txBox="1"/>
          <p:nvPr>
            <p:ph idx="14" type="body"/>
          </p:nvPr>
        </p:nvSpPr>
        <p:spPr>
          <a:xfrm>
            <a:off x="2349500" y="27155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07" name="Google Shape;307;p44"/>
          <p:cNvSpPr txBox="1"/>
          <p:nvPr>
            <p:ph idx="15" type="body"/>
          </p:nvPr>
        </p:nvSpPr>
        <p:spPr>
          <a:xfrm>
            <a:off x="3907850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08" name="Google Shape;308;p44"/>
          <p:cNvSpPr txBox="1"/>
          <p:nvPr>
            <p:ph idx="16" type="body"/>
          </p:nvPr>
        </p:nvSpPr>
        <p:spPr>
          <a:xfrm>
            <a:off x="3907850" y="27155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09" name="Google Shape;309;p44"/>
          <p:cNvSpPr txBox="1"/>
          <p:nvPr>
            <p:ph idx="17" type="body"/>
          </p:nvPr>
        </p:nvSpPr>
        <p:spPr>
          <a:xfrm>
            <a:off x="5496525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10" name="Google Shape;310;p44"/>
          <p:cNvSpPr txBox="1"/>
          <p:nvPr>
            <p:ph idx="18" type="body"/>
          </p:nvPr>
        </p:nvSpPr>
        <p:spPr>
          <a:xfrm>
            <a:off x="5496525" y="27155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11" name="Google Shape;311;p44"/>
          <p:cNvSpPr txBox="1"/>
          <p:nvPr>
            <p:ph idx="19" type="body"/>
          </p:nvPr>
        </p:nvSpPr>
        <p:spPr>
          <a:xfrm>
            <a:off x="7085200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12" name="Google Shape;312;p44"/>
          <p:cNvSpPr txBox="1"/>
          <p:nvPr>
            <p:ph idx="20" type="body"/>
          </p:nvPr>
        </p:nvSpPr>
        <p:spPr>
          <a:xfrm>
            <a:off x="7085200" y="27155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13" name="Google Shape;313;p44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2"/>
                </a:solidFill>
              </a:defRPr>
            </a:lvl1pPr>
            <a:lvl2pPr lvl="1" rtl="0">
              <a:buNone/>
              <a:defRPr sz="1100">
                <a:solidFill>
                  <a:schemeClr val="accent2"/>
                </a:solidFill>
              </a:defRPr>
            </a:lvl2pPr>
            <a:lvl3pPr lvl="2" rtl="0">
              <a:buNone/>
              <a:defRPr sz="1100">
                <a:solidFill>
                  <a:schemeClr val="accent2"/>
                </a:solidFill>
              </a:defRPr>
            </a:lvl3pPr>
            <a:lvl4pPr lvl="3" rtl="0">
              <a:buNone/>
              <a:defRPr sz="1100">
                <a:solidFill>
                  <a:schemeClr val="accent2"/>
                </a:solidFill>
              </a:defRPr>
            </a:lvl4pPr>
            <a:lvl5pPr lvl="4" rtl="0">
              <a:buNone/>
              <a:defRPr sz="1100">
                <a:solidFill>
                  <a:schemeClr val="accent2"/>
                </a:solidFill>
              </a:defRPr>
            </a:lvl5pPr>
            <a:lvl6pPr lvl="5" rtl="0">
              <a:buNone/>
              <a:defRPr sz="1100">
                <a:solidFill>
                  <a:schemeClr val="accent2"/>
                </a:solidFill>
              </a:defRPr>
            </a:lvl6pPr>
            <a:lvl7pPr lvl="6" rtl="0">
              <a:buNone/>
              <a:defRPr sz="1100">
                <a:solidFill>
                  <a:schemeClr val="accent2"/>
                </a:solidFill>
              </a:defRPr>
            </a:lvl7pPr>
            <a:lvl8pPr lvl="7" rtl="0">
              <a:buNone/>
              <a:defRPr sz="1100">
                <a:solidFill>
                  <a:schemeClr val="accent2"/>
                </a:solidFill>
              </a:defRPr>
            </a:lvl8pPr>
            <a:lvl9pPr lvl="8" rtl="0">
              <a:buNone/>
              <a:defRPr sz="1100">
                <a:solidFill>
                  <a:schemeClr val="accen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 Graphic">
  <p:cSld name="CUSTOM_9">
    <p:bg>
      <p:bgPr>
        <a:solidFill>
          <a:schemeClr val="dk1"/>
        </a:solidFill>
      </p:bgPr>
    </p:bg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5"/>
          <p:cNvSpPr txBox="1"/>
          <p:nvPr>
            <p:ph idx="1" type="body"/>
          </p:nvPr>
        </p:nvSpPr>
        <p:spPr>
          <a:xfrm>
            <a:off x="3133000" y="514275"/>
            <a:ext cx="3890700" cy="50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316" name="Google Shape;316;p45"/>
          <p:cNvSpPr txBox="1"/>
          <p:nvPr>
            <p:ph idx="2" type="body"/>
          </p:nvPr>
        </p:nvSpPr>
        <p:spPr>
          <a:xfrm>
            <a:off x="657679" y="436194"/>
            <a:ext cx="2278800" cy="19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1pPr>
            <a:lvl2pPr indent="-40640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2pPr>
            <a:lvl3pPr indent="-40640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3pPr>
            <a:lvl4pPr indent="-4064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4pPr>
            <a:lvl5pPr indent="-40640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5pPr>
            <a:lvl6pPr indent="-40640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6pPr>
            <a:lvl7pPr indent="-40640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7pPr>
            <a:lvl8pPr indent="-40640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8pPr>
            <a:lvl9pPr indent="-40640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317" name="Google Shape;317;p45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2"/>
                </a:solidFill>
              </a:defRPr>
            </a:lvl1pPr>
            <a:lvl2pPr lvl="1" rtl="0">
              <a:buNone/>
              <a:defRPr sz="1100">
                <a:solidFill>
                  <a:schemeClr val="accent2"/>
                </a:solidFill>
              </a:defRPr>
            </a:lvl2pPr>
            <a:lvl3pPr lvl="2" rtl="0">
              <a:buNone/>
              <a:defRPr sz="1100">
                <a:solidFill>
                  <a:schemeClr val="accent2"/>
                </a:solidFill>
              </a:defRPr>
            </a:lvl3pPr>
            <a:lvl4pPr lvl="3" rtl="0">
              <a:buNone/>
              <a:defRPr sz="1100">
                <a:solidFill>
                  <a:schemeClr val="accent2"/>
                </a:solidFill>
              </a:defRPr>
            </a:lvl4pPr>
            <a:lvl5pPr lvl="4" rtl="0">
              <a:buNone/>
              <a:defRPr sz="1100">
                <a:solidFill>
                  <a:schemeClr val="accent2"/>
                </a:solidFill>
              </a:defRPr>
            </a:lvl5pPr>
            <a:lvl6pPr lvl="5" rtl="0">
              <a:buNone/>
              <a:defRPr sz="1100">
                <a:solidFill>
                  <a:schemeClr val="accent2"/>
                </a:solidFill>
              </a:defRPr>
            </a:lvl6pPr>
            <a:lvl7pPr lvl="6" rtl="0">
              <a:buNone/>
              <a:defRPr sz="1100">
                <a:solidFill>
                  <a:schemeClr val="accent2"/>
                </a:solidFill>
              </a:defRPr>
            </a:lvl7pPr>
            <a:lvl8pPr lvl="7" rtl="0">
              <a:buNone/>
              <a:defRPr sz="1100">
                <a:solidFill>
                  <a:schemeClr val="accent2"/>
                </a:solidFill>
              </a:defRPr>
            </a:lvl8pPr>
            <a:lvl9pPr lvl="8" rtl="0">
              <a:buNone/>
              <a:defRPr sz="1100">
                <a:solidFill>
                  <a:schemeClr val="accen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494">
          <p15:clr>
            <a:srgbClr val="E46962"/>
          </p15:clr>
        </p15:guide>
        <p15:guide id="2" orient="horz" pos="504">
          <p15:clr>
            <a:srgbClr val="E46962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venue / Graphic">
  <p:cSld name="CUSTOM_12">
    <p:bg>
      <p:bgPr>
        <a:solidFill>
          <a:schemeClr val="dk1"/>
        </a:solid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6"/>
          <p:cNvSpPr txBox="1"/>
          <p:nvPr>
            <p:ph idx="1" type="body"/>
          </p:nvPr>
        </p:nvSpPr>
        <p:spPr>
          <a:xfrm>
            <a:off x="569725" y="3435300"/>
            <a:ext cx="2884200" cy="1185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320" name="Google Shape;320;p46"/>
          <p:cNvSpPr txBox="1"/>
          <p:nvPr>
            <p:ph idx="2" type="subTitle"/>
          </p:nvPr>
        </p:nvSpPr>
        <p:spPr>
          <a:xfrm>
            <a:off x="466802" y="445100"/>
            <a:ext cx="2403600" cy="53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321" name="Google Shape;321;p46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2"/>
                </a:solidFill>
              </a:defRPr>
            </a:lvl1pPr>
            <a:lvl2pPr lvl="1" rtl="0">
              <a:buNone/>
              <a:defRPr sz="1100">
                <a:solidFill>
                  <a:schemeClr val="accent2"/>
                </a:solidFill>
              </a:defRPr>
            </a:lvl2pPr>
            <a:lvl3pPr lvl="2" rtl="0">
              <a:buNone/>
              <a:defRPr sz="1100">
                <a:solidFill>
                  <a:schemeClr val="accent2"/>
                </a:solidFill>
              </a:defRPr>
            </a:lvl3pPr>
            <a:lvl4pPr lvl="3" rtl="0">
              <a:buNone/>
              <a:defRPr sz="1100">
                <a:solidFill>
                  <a:schemeClr val="accent2"/>
                </a:solidFill>
              </a:defRPr>
            </a:lvl4pPr>
            <a:lvl5pPr lvl="4" rtl="0">
              <a:buNone/>
              <a:defRPr sz="1100">
                <a:solidFill>
                  <a:schemeClr val="accent2"/>
                </a:solidFill>
              </a:defRPr>
            </a:lvl5pPr>
            <a:lvl6pPr lvl="5" rtl="0">
              <a:buNone/>
              <a:defRPr sz="1100">
                <a:solidFill>
                  <a:schemeClr val="accent2"/>
                </a:solidFill>
              </a:defRPr>
            </a:lvl6pPr>
            <a:lvl7pPr lvl="6" rtl="0">
              <a:buNone/>
              <a:defRPr sz="1100">
                <a:solidFill>
                  <a:schemeClr val="accent2"/>
                </a:solidFill>
              </a:defRPr>
            </a:lvl7pPr>
            <a:lvl8pPr lvl="7" rtl="0">
              <a:buNone/>
              <a:defRPr sz="1100">
                <a:solidFill>
                  <a:schemeClr val="accent2"/>
                </a:solidFill>
              </a:defRPr>
            </a:lvl8pPr>
            <a:lvl9pPr lvl="8" rtl="0">
              <a:buNone/>
              <a:defRPr sz="1100">
                <a:solidFill>
                  <a:schemeClr val="accen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31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44" Type="http://schemas.openxmlformats.org/officeDocument/2006/relationships/slideLayout" Target="../slideLayouts/slideLayout44.xml"/><Relationship Id="rId21" Type="http://schemas.openxmlformats.org/officeDocument/2006/relationships/slideLayout" Target="../slideLayouts/slideLayout21.xml"/><Relationship Id="rId43" Type="http://schemas.openxmlformats.org/officeDocument/2006/relationships/slideLayout" Target="../slideLayouts/slideLayout43.xml"/><Relationship Id="rId24" Type="http://schemas.openxmlformats.org/officeDocument/2006/relationships/slideLayout" Target="../slideLayouts/slideLayout24.xml"/><Relationship Id="rId46" Type="http://schemas.openxmlformats.org/officeDocument/2006/relationships/theme" Target="../theme/theme2.xml"/><Relationship Id="rId23" Type="http://schemas.openxmlformats.org/officeDocument/2006/relationships/slideLayout" Target="../slideLayouts/slideLayout23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950" y="300125"/>
            <a:ext cx="83538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pta Slab"/>
              <a:buNone/>
              <a:defRPr sz="3600">
                <a:solidFill>
                  <a:schemeClr val="dk1"/>
                </a:solidFill>
                <a:latin typeface="Hepta Slab"/>
                <a:ea typeface="Hepta Slab"/>
                <a:cs typeface="Hepta Slab"/>
                <a:sym typeface="Hepta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536575" y="2676025"/>
            <a:ext cx="5275500" cy="22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Barlow Light"/>
              <a:buChar char="●"/>
              <a:defRPr sz="15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Light"/>
              <a:buChar char="○"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Barlow Light"/>
              <a:buChar char="■"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 Light"/>
              <a:buChar char="●"/>
              <a:defRPr sz="12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 Light"/>
              <a:buChar char="○"/>
              <a:defRPr sz="11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Barlow Light"/>
              <a:buChar char="■"/>
              <a:defRPr sz="1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Barlow Light"/>
              <a:buChar char="●"/>
              <a:defRPr sz="9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Barlow Light"/>
              <a:buChar char="○"/>
              <a:defRPr sz="8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 Light"/>
              <a:buChar char="■"/>
              <a:defRPr sz="8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C232"/>
        </a:solidFill>
      </p:bgPr>
    </p:bg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7"/>
          <p:cNvSpPr txBox="1"/>
          <p:nvPr>
            <p:ph type="title"/>
          </p:nvPr>
        </p:nvSpPr>
        <p:spPr>
          <a:xfrm>
            <a:off x="632850" y="1124700"/>
            <a:ext cx="7878300" cy="174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3600"/>
              <a:t>Forecasting Stock Prices Using Multiple Time-Series Models</a:t>
            </a:r>
            <a:endParaRPr sz="36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7" name="Google Shape;327;p47"/>
          <p:cNvSpPr txBox="1"/>
          <p:nvPr>
            <p:ph idx="2" type="subTitle"/>
          </p:nvPr>
        </p:nvSpPr>
        <p:spPr>
          <a:xfrm>
            <a:off x="2857500" y="2902000"/>
            <a:ext cx="3765600" cy="9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Quang Viet Tran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48"/>
          <p:cNvSpPr txBox="1"/>
          <p:nvPr>
            <p:ph idx="1" type="subTitle"/>
          </p:nvPr>
        </p:nvSpPr>
        <p:spPr>
          <a:xfrm>
            <a:off x="791150" y="522625"/>
            <a:ext cx="5938800" cy="110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333" name="Google Shape;333;p48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4" name="Google Shape;334;p48"/>
          <p:cNvSpPr txBox="1"/>
          <p:nvPr>
            <p:ph idx="2" type="body"/>
          </p:nvPr>
        </p:nvSpPr>
        <p:spPr>
          <a:xfrm>
            <a:off x="791147" y="1926629"/>
            <a:ext cx="926100" cy="4740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01</a:t>
            </a:r>
            <a:endParaRPr sz="1500"/>
          </a:p>
        </p:txBody>
      </p:sp>
      <p:sp>
        <p:nvSpPr>
          <p:cNvPr id="335" name="Google Shape;335;p48"/>
          <p:cNvSpPr txBox="1"/>
          <p:nvPr>
            <p:ph idx="4294967295" type="subTitle"/>
          </p:nvPr>
        </p:nvSpPr>
        <p:spPr>
          <a:xfrm>
            <a:off x="1703071" y="1926354"/>
            <a:ext cx="2362200" cy="4740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BACKGROUND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36" name="Google Shape;336;p48"/>
          <p:cNvSpPr txBox="1"/>
          <p:nvPr>
            <p:ph idx="4294967295" type="body"/>
          </p:nvPr>
        </p:nvSpPr>
        <p:spPr>
          <a:xfrm>
            <a:off x="791150" y="3046025"/>
            <a:ext cx="926100" cy="5160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02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37" name="Google Shape;337;p48"/>
          <p:cNvSpPr txBox="1"/>
          <p:nvPr>
            <p:ph idx="4294967295" type="subTitle"/>
          </p:nvPr>
        </p:nvSpPr>
        <p:spPr>
          <a:xfrm>
            <a:off x="1703075" y="3045749"/>
            <a:ext cx="2362200" cy="5160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DATA PIPELINE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38" name="Google Shape;338;p48"/>
          <p:cNvSpPr txBox="1"/>
          <p:nvPr>
            <p:ph idx="4294967295" type="body"/>
          </p:nvPr>
        </p:nvSpPr>
        <p:spPr>
          <a:xfrm>
            <a:off x="791147" y="4165168"/>
            <a:ext cx="926100" cy="4740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03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39" name="Google Shape;339;p48"/>
          <p:cNvSpPr txBox="1"/>
          <p:nvPr>
            <p:ph idx="4294967295" type="subTitle"/>
          </p:nvPr>
        </p:nvSpPr>
        <p:spPr>
          <a:xfrm>
            <a:off x="1703075" y="4164900"/>
            <a:ext cx="2522100" cy="4740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MODELING METHODS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40" name="Google Shape;340;p48"/>
          <p:cNvSpPr txBox="1"/>
          <p:nvPr>
            <p:ph idx="4294967295" type="body"/>
          </p:nvPr>
        </p:nvSpPr>
        <p:spPr>
          <a:xfrm>
            <a:off x="4826631" y="1926629"/>
            <a:ext cx="926100" cy="4740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04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41" name="Google Shape;341;p48"/>
          <p:cNvSpPr txBox="1"/>
          <p:nvPr>
            <p:ph idx="4294967295" type="subTitle"/>
          </p:nvPr>
        </p:nvSpPr>
        <p:spPr>
          <a:xfrm>
            <a:off x="5738555" y="1926354"/>
            <a:ext cx="2362200" cy="4740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RESULTS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42" name="Google Shape;342;p48"/>
          <p:cNvSpPr txBox="1"/>
          <p:nvPr>
            <p:ph idx="4294967295" type="body"/>
          </p:nvPr>
        </p:nvSpPr>
        <p:spPr>
          <a:xfrm>
            <a:off x="4826625" y="3045926"/>
            <a:ext cx="926100" cy="5157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05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43" name="Google Shape;343;p48"/>
          <p:cNvSpPr txBox="1"/>
          <p:nvPr>
            <p:ph idx="4294967295" type="subTitle"/>
          </p:nvPr>
        </p:nvSpPr>
        <p:spPr>
          <a:xfrm>
            <a:off x="5738549" y="3045627"/>
            <a:ext cx="2362200" cy="5157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CONCLUSION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49"/>
          <p:cNvSpPr txBox="1"/>
          <p:nvPr>
            <p:ph idx="1" type="subTitle"/>
          </p:nvPr>
        </p:nvSpPr>
        <p:spPr>
          <a:xfrm>
            <a:off x="791150" y="522625"/>
            <a:ext cx="5938800" cy="110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Background</a:t>
            </a:r>
            <a:endParaRPr/>
          </a:p>
        </p:txBody>
      </p:sp>
      <p:sp>
        <p:nvSpPr>
          <p:cNvPr id="349" name="Google Shape;349;p49"/>
          <p:cNvSpPr txBox="1"/>
          <p:nvPr>
            <p:ph idx="2" type="body"/>
          </p:nvPr>
        </p:nvSpPr>
        <p:spPr>
          <a:xfrm>
            <a:off x="810075" y="2065225"/>
            <a:ext cx="7539900" cy="27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Started off as an “application of timesfm” project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Grew over time into model comparison project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Goal: examine prediction accuracy of different time series models on stock closing price</a:t>
            </a:r>
            <a:endParaRPr sz="1400"/>
          </a:p>
        </p:txBody>
      </p:sp>
      <p:sp>
        <p:nvSpPr>
          <p:cNvPr id="350" name="Google Shape;350;p49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50"/>
          <p:cNvSpPr txBox="1"/>
          <p:nvPr>
            <p:ph idx="1" type="subTitle"/>
          </p:nvPr>
        </p:nvSpPr>
        <p:spPr>
          <a:xfrm>
            <a:off x="791150" y="522625"/>
            <a:ext cx="5938800" cy="110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Pipeline</a:t>
            </a:r>
            <a:endParaRPr/>
          </a:p>
        </p:txBody>
      </p:sp>
      <p:sp>
        <p:nvSpPr>
          <p:cNvPr id="356" name="Google Shape;356;p50"/>
          <p:cNvSpPr txBox="1"/>
          <p:nvPr>
            <p:ph idx="2" type="body"/>
          </p:nvPr>
        </p:nvSpPr>
        <p:spPr>
          <a:xfrm>
            <a:off x="810075" y="2065225"/>
            <a:ext cx="7539900" cy="27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Pick a ticker (for this demonstration: AAPL)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Retrieve closing price from </a:t>
            </a:r>
            <a:r>
              <a:rPr lang="en" sz="1400"/>
              <a:t>yfinance</a:t>
            </a:r>
            <a:r>
              <a:rPr lang="en" sz="1400"/>
              <a:t>, 01/01/2014 - 01/01/2024. Split into train set (first 9 years) and test set (last year)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Apply model to the train set, predict test set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Compare model accuracy through RMSE, MAE (2025 addition)</a:t>
            </a:r>
            <a:endParaRPr sz="1400"/>
          </a:p>
        </p:txBody>
      </p:sp>
      <p:sp>
        <p:nvSpPr>
          <p:cNvPr id="357" name="Google Shape;357;p50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51"/>
          <p:cNvSpPr txBox="1"/>
          <p:nvPr>
            <p:ph idx="1" type="subTitle"/>
          </p:nvPr>
        </p:nvSpPr>
        <p:spPr>
          <a:xfrm>
            <a:off x="791150" y="522625"/>
            <a:ext cx="5938800" cy="110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Modeling methods</a:t>
            </a:r>
            <a:endParaRPr/>
          </a:p>
        </p:txBody>
      </p:sp>
      <p:sp>
        <p:nvSpPr>
          <p:cNvPr id="363" name="Google Shape;363;p51"/>
          <p:cNvSpPr txBox="1"/>
          <p:nvPr>
            <p:ph idx="2" type="body"/>
          </p:nvPr>
        </p:nvSpPr>
        <p:spPr>
          <a:xfrm>
            <a:off x="600250" y="1630825"/>
            <a:ext cx="4197300" cy="351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Barlow"/>
                <a:ea typeface="Barlow"/>
                <a:cs typeface="Barlow"/>
                <a:sym typeface="Barlow"/>
              </a:rPr>
              <a:t>1st model: ARIMA</a:t>
            </a:r>
            <a:endParaRPr b="1" sz="1400"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latin typeface="Barlow"/>
              <a:ea typeface="Barlow"/>
              <a:cs typeface="Barlow"/>
              <a:sym typeface="Barlow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Most basic time series model, serves as baseline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Assumes stationarity + linear relationship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Simple, fast, interpretable, but unrealistic assumptions -&gt; likely to be inaccurate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In Python: pmdarima.auto_arima</a:t>
            </a:r>
            <a:endParaRPr sz="1400"/>
          </a:p>
        </p:txBody>
      </p:sp>
      <p:sp>
        <p:nvSpPr>
          <p:cNvPr id="364" name="Google Shape;364;p51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65" name="Google Shape;365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49950" y="1783225"/>
            <a:ext cx="4041651" cy="25189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52"/>
          <p:cNvSpPr txBox="1"/>
          <p:nvPr>
            <p:ph idx="1" type="subTitle"/>
          </p:nvPr>
        </p:nvSpPr>
        <p:spPr>
          <a:xfrm>
            <a:off x="791150" y="522625"/>
            <a:ext cx="5938800" cy="110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Modeling methods</a:t>
            </a:r>
            <a:endParaRPr/>
          </a:p>
        </p:txBody>
      </p:sp>
      <p:sp>
        <p:nvSpPr>
          <p:cNvPr id="371" name="Google Shape;371;p52"/>
          <p:cNvSpPr txBox="1"/>
          <p:nvPr>
            <p:ph idx="2" type="body"/>
          </p:nvPr>
        </p:nvSpPr>
        <p:spPr>
          <a:xfrm>
            <a:off x="556750" y="1630825"/>
            <a:ext cx="3773400" cy="321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Barlow"/>
                <a:ea typeface="Barlow"/>
                <a:cs typeface="Barlow"/>
                <a:sym typeface="Barlow"/>
              </a:rPr>
              <a:t>2nd </a:t>
            </a:r>
            <a:r>
              <a:rPr b="1" lang="en" sz="1400">
                <a:latin typeface="Barlow"/>
                <a:ea typeface="Barlow"/>
                <a:cs typeface="Barlow"/>
                <a:sym typeface="Barlow"/>
              </a:rPr>
              <a:t> model: GARCH</a:t>
            </a:r>
            <a:endParaRPr b="1" sz="1400"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latin typeface="Barlow"/>
              <a:ea typeface="Barlow"/>
              <a:cs typeface="Barlow"/>
              <a:sym typeface="Barlow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Model for volatility, rejects ARIMA’s assumption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Fast and interpretable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Useful for assessing volatility, not so much for price prediction (cannot predict direction)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In Python: arch.arch_model</a:t>
            </a:r>
            <a:endParaRPr sz="1400"/>
          </a:p>
        </p:txBody>
      </p:sp>
      <p:sp>
        <p:nvSpPr>
          <p:cNvPr id="372" name="Google Shape;372;p52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73" name="Google Shape;373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74025" y="1632801"/>
            <a:ext cx="3247141" cy="3510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53"/>
          <p:cNvSpPr txBox="1"/>
          <p:nvPr>
            <p:ph idx="1" type="subTitle"/>
          </p:nvPr>
        </p:nvSpPr>
        <p:spPr>
          <a:xfrm>
            <a:off x="791150" y="522625"/>
            <a:ext cx="5938800" cy="110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Modeling methods</a:t>
            </a:r>
            <a:endParaRPr/>
          </a:p>
        </p:txBody>
      </p:sp>
      <p:sp>
        <p:nvSpPr>
          <p:cNvPr id="379" name="Google Shape;379;p53"/>
          <p:cNvSpPr txBox="1"/>
          <p:nvPr>
            <p:ph idx="2" type="body"/>
          </p:nvPr>
        </p:nvSpPr>
        <p:spPr>
          <a:xfrm>
            <a:off x="556750" y="1630825"/>
            <a:ext cx="3773400" cy="321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Barlow"/>
                <a:ea typeface="Barlow"/>
                <a:cs typeface="Barlow"/>
                <a:sym typeface="Barlow"/>
              </a:rPr>
              <a:t>3rd</a:t>
            </a:r>
            <a:r>
              <a:rPr b="1" lang="en" sz="1400">
                <a:latin typeface="Barlow"/>
                <a:ea typeface="Barlow"/>
                <a:cs typeface="Barlow"/>
                <a:sym typeface="Barlow"/>
              </a:rPr>
              <a:t>  model: Prophet (Meta)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A</a:t>
            </a:r>
            <a:r>
              <a:rPr lang="en" sz="1400"/>
              <a:t>ssumes time series =  trend + seasonal + holiday components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Historically useful for business time series, not financial time series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In Python: prophet.Prophet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380" name="Google Shape;380;p53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81" name="Google Shape;381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30150" y="2207175"/>
            <a:ext cx="4738725" cy="178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54"/>
          <p:cNvSpPr txBox="1"/>
          <p:nvPr>
            <p:ph idx="1" type="subTitle"/>
          </p:nvPr>
        </p:nvSpPr>
        <p:spPr>
          <a:xfrm>
            <a:off x="791150" y="522625"/>
            <a:ext cx="5938800" cy="110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Modeling methods</a:t>
            </a:r>
            <a:endParaRPr/>
          </a:p>
        </p:txBody>
      </p:sp>
      <p:sp>
        <p:nvSpPr>
          <p:cNvPr id="387" name="Google Shape;387;p54"/>
          <p:cNvSpPr txBox="1"/>
          <p:nvPr>
            <p:ph idx="2" type="body"/>
          </p:nvPr>
        </p:nvSpPr>
        <p:spPr>
          <a:xfrm>
            <a:off x="556750" y="1630825"/>
            <a:ext cx="3773400" cy="351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Barlow"/>
                <a:ea typeface="Barlow"/>
                <a:cs typeface="Barlow"/>
                <a:sym typeface="Barlow"/>
              </a:rPr>
              <a:t>4th model</a:t>
            </a:r>
            <a:r>
              <a:rPr b="1" lang="en" sz="1400">
                <a:latin typeface="Barlow"/>
                <a:ea typeface="Barlow"/>
                <a:cs typeface="Barlow"/>
                <a:sym typeface="Barlow"/>
              </a:rPr>
              <a:t>: LSTM</a:t>
            </a:r>
            <a:endParaRPr b="1" sz="1400"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latin typeface="Barlow"/>
              <a:ea typeface="Barlow"/>
              <a:cs typeface="Barlow"/>
              <a:sym typeface="Barlow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Deep learning model, useful for capturing non-linear relationship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Includes “forget gate” - determines how much of past data to incorporate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Historically useful for financial time series prediction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Computationally intensive, requires hyperparameter tuning, hard to explain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In Python: PyTorch</a:t>
            </a:r>
            <a:endParaRPr sz="1400"/>
          </a:p>
        </p:txBody>
      </p:sp>
      <p:sp>
        <p:nvSpPr>
          <p:cNvPr id="388" name="Google Shape;388;p54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89" name="Google Shape;389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3424" y="1783225"/>
            <a:ext cx="4509050" cy="24517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55"/>
          <p:cNvSpPr txBox="1"/>
          <p:nvPr>
            <p:ph idx="1" type="subTitle"/>
          </p:nvPr>
        </p:nvSpPr>
        <p:spPr>
          <a:xfrm>
            <a:off x="791150" y="522625"/>
            <a:ext cx="5938800" cy="110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Modeling methods</a:t>
            </a:r>
            <a:endParaRPr/>
          </a:p>
        </p:txBody>
      </p:sp>
      <p:sp>
        <p:nvSpPr>
          <p:cNvPr id="395" name="Google Shape;395;p55"/>
          <p:cNvSpPr txBox="1"/>
          <p:nvPr>
            <p:ph idx="2" type="body"/>
          </p:nvPr>
        </p:nvSpPr>
        <p:spPr>
          <a:xfrm>
            <a:off x="556750" y="1630825"/>
            <a:ext cx="3773400" cy="321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Barlow"/>
                <a:ea typeface="Barlow"/>
                <a:cs typeface="Barlow"/>
                <a:sym typeface="Barlow"/>
              </a:rPr>
              <a:t>5th</a:t>
            </a:r>
            <a:r>
              <a:rPr b="1" lang="en" sz="1400">
                <a:latin typeface="Barlow"/>
                <a:ea typeface="Barlow"/>
                <a:cs typeface="Barlow"/>
                <a:sym typeface="Barlow"/>
              </a:rPr>
              <a:t>  model: timesfm (Google)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 Pre-built foundational model, 200M parameters (2025 update: 500M)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Transformer-like architecture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Computationally intensive, full black-box model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2025 update: 2 modes: expanding window/rolling window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In Python: timesfm.timesfm</a:t>
            </a:r>
            <a:endParaRPr sz="1400"/>
          </a:p>
        </p:txBody>
      </p:sp>
      <p:sp>
        <p:nvSpPr>
          <p:cNvPr id="396" name="Google Shape;396;p55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97" name="Google Shape;397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45225" y="1630825"/>
            <a:ext cx="2591326" cy="3512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56"/>
          <p:cNvSpPr txBox="1"/>
          <p:nvPr>
            <p:ph idx="1" type="subTitle"/>
          </p:nvPr>
        </p:nvSpPr>
        <p:spPr>
          <a:xfrm>
            <a:off x="791150" y="522625"/>
            <a:ext cx="7377600" cy="110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 - Comparison table</a:t>
            </a:r>
            <a:endParaRPr/>
          </a:p>
        </p:txBody>
      </p:sp>
      <p:sp>
        <p:nvSpPr>
          <p:cNvPr id="403" name="Google Shape;403;p56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04" name="Google Shape;404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57438" y="1859325"/>
            <a:ext cx="4429125" cy="316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57"/>
          <p:cNvSpPr txBox="1"/>
          <p:nvPr>
            <p:ph idx="1" type="subTitle"/>
          </p:nvPr>
        </p:nvSpPr>
        <p:spPr>
          <a:xfrm>
            <a:off x="791150" y="522625"/>
            <a:ext cx="5938800" cy="110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 - Plot</a:t>
            </a:r>
            <a:endParaRPr/>
          </a:p>
        </p:txBody>
      </p:sp>
      <p:sp>
        <p:nvSpPr>
          <p:cNvPr id="410" name="Google Shape;410;p57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11" name="Google Shape;411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3750" y="1783225"/>
            <a:ext cx="7949052" cy="3207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58"/>
          <p:cNvSpPr txBox="1"/>
          <p:nvPr>
            <p:ph idx="1" type="subTitle"/>
          </p:nvPr>
        </p:nvSpPr>
        <p:spPr>
          <a:xfrm>
            <a:off x="791150" y="522625"/>
            <a:ext cx="7247100" cy="110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Conclusions - Observations</a:t>
            </a:r>
            <a:endParaRPr/>
          </a:p>
        </p:txBody>
      </p:sp>
      <p:sp>
        <p:nvSpPr>
          <p:cNvPr id="417" name="Google Shape;417;p58"/>
          <p:cNvSpPr txBox="1"/>
          <p:nvPr>
            <p:ph idx="2" type="body"/>
          </p:nvPr>
        </p:nvSpPr>
        <p:spPr>
          <a:xfrm>
            <a:off x="810075" y="2065225"/>
            <a:ext cx="7539900" cy="27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ARIMA and Prophet underperform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GARCH excels only at modeling volatility (RMSE = 1.216 before price transformation), not direction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LSTM performs very well even with minimal hyperparameter tuning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timesfm surprisingly underperforms heavily (2024 conclusion).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2025 update: expanding window underperforms, rolling window performs incredibly well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2025 update: time constraint proves to be biggest obstacle</a:t>
            </a:r>
            <a:endParaRPr sz="1400"/>
          </a:p>
        </p:txBody>
      </p:sp>
      <p:sp>
        <p:nvSpPr>
          <p:cNvPr id="418" name="Google Shape;418;p58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59"/>
          <p:cNvSpPr txBox="1"/>
          <p:nvPr>
            <p:ph idx="1" type="subTitle"/>
          </p:nvPr>
        </p:nvSpPr>
        <p:spPr>
          <a:xfrm>
            <a:off x="791150" y="522625"/>
            <a:ext cx="7247100" cy="110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 - Improvements</a:t>
            </a:r>
            <a:endParaRPr/>
          </a:p>
        </p:txBody>
      </p:sp>
      <p:sp>
        <p:nvSpPr>
          <p:cNvPr id="424" name="Google Shape;424;p59"/>
          <p:cNvSpPr txBox="1"/>
          <p:nvPr>
            <p:ph idx="2" type="body"/>
          </p:nvPr>
        </p:nvSpPr>
        <p:spPr>
          <a:xfrm>
            <a:off x="810075" y="2065225"/>
            <a:ext cx="7539900" cy="27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Hyperparameter tuning for LSTM + timesfm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Better computing for timesfm rolling window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Run the entire pipeline on a portfolio of stocks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Look into effectiveness of model-agnostic explanation methods</a:t>
            </a:r>
            <a:endParaRPr sz="1400"/>
          </a:p>
        </p:txBody>
      </p:sp>
      <p:sp>
        <p:nvSpPr>
          <p:cNvPr id="425" name="Google Shape;425;p59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ategy Plan">
  <a:themeElements>
    <a:clrScheme name="Simple Light">
      <a:dk1>
        <a:srgbClr val="FFFFFF"/>
      </a:dk1>
      <a:lt1>
        <a:srgbClr val="000000"/>
      </a:lt1>
      <a:dk2>
        <a:srgbClr val="999999"/>
      </a:dk2>
      <a:lt2>
        <a:srgbClr val="FFECD1"/>
      </a:lt2>
      <a:accent1>
        <a:srgbClr val="AC6600"/>
      </a:accent1>
      <a:accent2>
        <a:srgbClr val="5E7F00"/>
      </a:accent2>
      <a:accent3>
        <a:srgbClr val="2322EF"/>
      </a:accent3>
      <a:accent4>
        <a:srgbClr val="DDDDFF"/>
      </a:accent4>
      <a:accent5>
        <a:srgbClr val="EFEFEF"/>
      </a:accent5>
      <a:accent6>
        <a:srgbClr val="F7FEEB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